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45" d="100"/>
          <a:sy n="145" d="100"/>
        </p:scale>
        <p:origin x="16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B5895-1D7C-B147-97E7-1DE6CF24512E}" type="datetimeFigureOut">
              <a:t>2026/4/14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597FD-B0E3-C349-9EA4-C19E1FECEC0D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51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97FD-B0E3-C349-9EA4-C19E1FECEC0D}" type="slidenum"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99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7FCF-C1F6-CB21-BEBE-47C25024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F56A6A-6A1D-C01E-63D4-D448F8700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58EF4F-2A49-D7E4-0DAE-4626C27CD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F7027A-9262-1738-B414-FFDEA905B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97FD-B0E3-C349-9EA4-C19E1FECEC0D}" type="slidenum"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72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9C0255-8EB1-A376-0BE0-50AE02015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0359E5-6418-9FD3-BB8B-F722C9F9B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1EC03A-B492-C98F-0504-23412D74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452E1D-D78D-3E90-9BBF-AD82968A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2C77C-60E4-E257-4B06-CDD81DAD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5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47548-6300-62D3-5CD7-1B847F4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BD073E-F732-6506-BDEA-DADE37E6F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2A979B-1CCA-2D85-23FE-2B8C5F64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9117D9-0F56-9E00-CD4A-16BF2E1B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15AF8-43BD-0611-0296-34ECCBE3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73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772A2-5508-A888-456F-88CED718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3450A3-2B01-AAFE-E65B-BBBA16AC9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7C0E5-D4C4-91A4-8363-532E3411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A47147-FE77-6007-B01D-61E0F93F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F51706-5513-EE03-53BB-E99C7D4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54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76CB55-2443-71D1-C3EA-CC8A09F3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AF3CD7-6E40-FD77-C932-64B2F19D9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CE383B-46D3-546C-15FD-B616BAE52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9C17B0-D42C-8448-F6B4-4A50BA22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56674E-82FF-C6F0-4B89-07540A6D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C2BC7A-0DDE-1687-28C5-933AAFD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17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FBBAF-CBAE-6FED-8E58-C8EFF0E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E12AD0-8619-BEC4-5C32-67704FC8B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F94990-FA4F-244A-95A9-9383E142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F886B6-5DBA-D0A9-9363-5550949F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B34119A-4A7C-6BD2-A463-5C0D02775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7B4FB5-01D9-150A-3EC1-EC6371FB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B6B892-15DF-46B5-D9B6-2D83747E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2E0A64-ECB2-A0A9-2A1A-553827B3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85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1FC8B-CD80-B805-267C-02208B50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9C51ED-0F5B-2B3E-7FC2-814CEB48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2CE00E-A4E5-9422-E5A9-77DBC936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75580B-4684-B7E6-3B74-B85F5134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84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2C83D4-C7C3-12C4-0E89-6601F3B0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43A703-614B-A672-B7F4-70716F1C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CD719F-A869-508F-79E4-5A9BA81B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40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12573-771B-D20F-02C1-804333BC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68205D-FA14-DB25-DD07-397CF4301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9393D5-3F33-6549-D0C3-964343ABA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0F6B97-94E0-F0D2-5E4D-5B5858F0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4DC435-1C3F-94AB-864B-6252EDCB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87460-DF9C-93DB-3D2C-EE646D2D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50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07864-3442-DDCD-CCD3-A56E3C2C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AA77E1-BA1E-1657-6E44-F4125F495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53184B-EE25-CC91-7D0F-AA5B39BFD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AB8021-6C57-984D-9465-B0030C69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D4DAC2-12BC-C017-8291-753285C7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EBF2A6-05CB-2056-77E6-00A6A6A5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57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2CD15-83E1-3CF9-662F-D84F21AB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7E8125-21AB-64D1-DB73-8A5084212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7529D-295C-38BD-C893-19C15537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A82CB-5542-7690-3761-E0D91E06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2FC529-AC10-BF76-0992-80C72AA2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50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81AB8D2-789C-DD39-1A9D-9EA5DF0EF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AE6BC6-BA5C-3BC0-216B-C6452890D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5A24C-8DA4-A059-8BAD-C8687FB8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24B3DA-0485-050D-9AF9-8858298F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DDEF6B-A965-4B1F-6808-82376F22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20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179CFD-9005-57EC-F563-DEC7DDBC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772E68-93F7-71E4-545A-301C7E6EF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CFE108-28BD-9C03-ADA7-DBED078AD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AD7E5-FA11-DB41-AC42-873B50E85703}" type="datetimeFigureOut"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47719B-4134-6FF7-DA9D-2C87FE2F9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E462F6-71B4-6346-6C0C-FEB2E23F6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3D2D4-3FE1-B74A-BCE9-76A1DDAD90D3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75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0E11BE-9D76-BEFA-8EFB-693D6A382479}"/>
              </a:ext>
            </a:extLst>
          </p:cNvPr>
          <p:cNvSpPr/>
          <p:nvPr/>
        </p:nvSpPr>
        <p:spPr>
          <a:xfrm>
            <a:off x="543698" y="1097691"/>
            <a:ext cx="4374292" cy="4955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9F483FA-8616-879F-7E06-8C402AB54B75}"/>
              </a:ext>
            </a:extLst>
          </p:cNvPr>
          <p:cNvSpPr/>
          <p:nvPr/>
        </p:nvSpPr>
        <p:spPr>
          <a:xfrm>
            <a:off x="817605" y="4440195"/>
            <a:ext cx="3744097" cy="990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Playwright CLI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EE0B52-6171-8A06-B6F2-8764988A73E3}"/>
              </a:ext>
            </a:extLst>
          </p:cNvPr>
          <p:cNvSpPr txBox="1"/>
          <p:nvPr/>
        </p:nvSpPr>
        <p:spPr>
          <a:xfrm>
            <a:off x="2442630" y="1811635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PC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9B135EC-6773-DB5F-6067-39D4FD099EA1}"/>
              </a:ext>
            </a:extLst>
          </p:cNvPr>
          <p:cNvSpPr txBox="1"/>
          <p:nvPr/>
        </p:nvSpPr>
        <p:spPr>
          <a:xfrm>
            <a:off x="5593604" y="4977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アクセスパターン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6FB68B-36C4-3B65-CF3C-6222129B0CEC}"/>
              </a:ext>
            </a:extLst>
          </p:cNvPr>
          <p:cNvSpPr txBox="1"/>
          <p:nvPr/>
        </p:nvSpPr>
        <p:spPr>
          <a:xfrm>
            <a:off x="5512526" y="1349970"/>
            <a:ext cx="2845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GitHub Copilot</a:t>
            </a:r>
            <a:r>
              <a:rPr kumimoji="1" lang="ja-JP" altLang="en-US"/>
              <a:t>に提示された</a:t>
            </a:r>
            <a:r>
              <a:rPr kumimoji="1" lang="en-US" altLang="ja-JP"/>
              <a:t>URL</a:t>
            </a:r>
            <a:r>
              <a:rPr lang="ja-JP" altLang="en-US"/>
              <a:t>に</a:t>
            </a:r>
            <a:r>
              <a:rPr kumimoji="1" lang="ja-JP" altLang="en-US"/>
              <a:t>ユーザーがアクセス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9957B5-EA92-740D-17FE-17A3885CFA8D}"/>
              </a:ext>
            </a:extLst>
          </p:cNvPr>
          <p:cNvSpPr txBox="1"/>
          <p:nvPr/>
        </p:nvSpPr>
        <p:spPr>
          <a:xfrm>
            <a:off x="5512526" y="3206061"/>
            <a:ext cx="284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GitHub Copilot</a:t>
            </a:r>
            <a:r>
              <a:rPr kumimoji="1" lang="ja-JP" altLang="en-US"/>
              <a:t>自身が特定の</a:t>
            </a:r>
            <a:r>
              <a:rPr kumimoji="1" lang="en-US" altLang="ja-JP"/>
              <a:t>URL</a:t>
            </a:r>
            <a:r>
              <a:rPr lang="ja-JP" altLang="en-US"/>
              <a:t>にアクセス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1E8F9EA-486A-C937-D3D0-E230DD0775A8}"/>
              </a:ext>
            </a:extLst>
          </p:cNvPr>
          <p:cNvSpPr txBox="1"/>
          <p:nvPr/>
        </p:nvSpPr>
        <p:spPr>
          <a:xfrm>
            <a:off x="5593604" y="4861699"/>
            <a:ext cx="284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Playwright</a:t>
            </a:r>
            <a:r>
              <a:rPr kumimoji="1" lang="ja-JP" altLang="en-US"/>
              <a:t>から操作されるブラウザでアクセス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3C7C3FC-C6DE-A781-8743-23951395B216}"/>
              </a:ext>
            </a:extLst>
          </p:cNvPr>
          <p:cNvSpPr/>
          <p:nvPr/>
        </p:nvSpPr>
        <p:spPr>
          <a:xfrm>
            <a:off x="817604" y="3113556"/>
            <a:ext cx="3744097" cy="990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GitHub Copilot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17F8E9-DC24-2EC2-0B32-0DECB050E336}"/>
              </a:ext>
            </a:extLst>
          </p:cNvPr>
          <p:cNvSpPr txBox="1"/>
          <p:nvPr/>
        </p:nvSpPr>
        <p:spPr>
          <a:xfrm>
            <a:off x="9606647" y="4977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対応策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84F50F1-097E-4E44-8F1A-C37ADEAA2139}"/>
              </a:ext>
            </a:extLst>
          </p:cNvPr>
          <p:cNvSpPr txBox="1"/>
          <p:nvPr/>
        </p:nvSpPr>
        <p:spPr>
          <a:xfrm>
            <a:off x="8992496" y="1349970"/>
            <a:ext cx="284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/>
              <a:t>MDE Web Protection</a:t>
            </a:r>
            <a:endParaRPr lang="en-US" altLang="ja-JP"/>
          </a:p>
          <a:p>
            <a:r>
              <a:rPr lang="ja-JP" altLang="ja-JP"/>
              <a:t>Entra Internet Access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1A2B9D-AB5F-C8B9-440C-276C5985372F}"/>
              </a:ext>
            </a:extLst>
          </p:cNvPr>
          <p:cNvSpPr txBox="1"/>
          <p:nvPr/>
        </p:nvSpPr>
        <p:spPr>
          <a:xfrm>
            <a:off x="8992496" y="3206061"/>
            <a:ext cx="28454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400"/>
              <a:t>GitHub Copilot CLI の URL パーミッション</a:t>
            </a:r>
            <a:endParaRPr lang="en-US" altLang="ja-JP" sz="1400"/>
          </a:p>
          <a:p>
            <a:r>
              <a:rPr lang="ja-JP" altLang="ja-JP" sz="1400"/>
              <a:t>Copilot CLI の preToolUse フック</a:t>
            </a:r>
            <a:endParaRPr lang="en-US" altLang="ja-JP" sz="1400"/>
          </a:p>
          <a:p>
            <a:r>
              <a:rPr lang="ja-JP" altLang="ja-JP" sz="1400"/>
              <a:t>カスタムインストラクション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76DEC2E-C0C6-2B69-2C69-24E75CFF6BF7}"/>
              </a:ext>
            </a:extLst>
          </p:cNvPr>
          <p:cNvSpPr txBox="1"/>
          <p:nvPr/>
        </p:nvSpPr>
        <p:spPr>
          <a:xfrm>
            <a:off x="9061105" y="4861700"/>
            <a:ext cx="2845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/>
              <a:t>Playwright CLI / デーモンの Origin 制御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78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C3BF-F149-A1DA-E958-F22E494A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E194D9-C1F1-1159-E558-74FE9367B32E}"/>
              </a:ext>
            </a:extLst>
          </p:cNvPr>
          <p:cNvSpPr/>
          <p:nvPr/>
        </p:nvSpPr>
        <p:spPr>
          <a:xfrm>
            <a:off x="543698" y="1097690"/>
            <a:ext cx="4641108" cy="5086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460CFF-9258-3E98-7316-6123E2887CD2}"/>
              </a:ext>
            </a:extLst>
          </p:cNvPr>
          <p:cNvSpPr/>
          <p:nvPr/>
        </p:nvSpPr>
        <p:spPr>
          <a:xfrm>
            <a:off x="843419" y="5030368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chemeClr val="tx1"/>
                </a:solidFill>
              </a:rPr>
              <a:t>Playwright CLI/MCP</a:t>
            </a:r>
            <a:endParaRPr lang="ja-JP" altLang="en-US" sz="160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79ED27-B514-730D-8F30-59BD4B1AC641}"/>
              </a:ext>
            </a:extLst>
          </p:cNvPr>
          <p:cNvSpPr txBox="1"/>
          <p:nvPr/>
        </p:nvSpPr>
        <p:spPr>
          <a:xfrm>
            <a:off x="488757" y="769925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PC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1D6619E-77F8-6319-C6CA-44AAE96ACCE4}"/>
              </a:ext>
            </a:extLst>
          </p:cNvPr>
          <p:cNvSpPr/>
          <p:nvPr/>
        </p:nvSpPr>
        <p:spPr>
          <a:xfrm>
            <a:off x="843418" y="3353513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GitHub Copilot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E96F8B-0288-265E-B6BB-78AFCDB90677}"/>
              </a:ext>
            </a:extLst>
          </p:cNvPr>
          <p:cNvSpPr/>
          <p:nvPr/>
        </p:nvSpPr>
        <p:spPr>
          <a:xfrm>
            <a:off x="11374395" y="1097691"/>
            <a:ext cx="465221" cy="4955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対象サイト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F4B2DAE-2A7F-D2E6-3778-0D510931650E}"/>
              </a:ext>
            </a:extLst>
          </p:cNvPr>
          <p:cNvSpPr/>
          <p:nvPr/>
        </p:nvSpPr>
        <p:spPr>
          <a:xfrm>
            <a:off x="3392217" y="1395999"/>
            <a:ext cx="574894" cy="1347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ブラウザ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347912C-80CE-086E-7D40-DD4589DD01D4}"/>
              </a:ext>
            </a:extLst>
          </p:cNvPr>
          <p:cNvSpPr/>
          <p:nvPr/>
        </p:nvSpPr>
        <p:spPr>
          <a:xfrm>
            <a:off x="843417" y="1781213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ユーザー操作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768536-8C3E-30A0-72E7-6D1B4981963D}"/>
              </a:ext>
            </a:extLst>
          </p:cNvPr>
          <p:cNvSpPr/>
          <p:nvPr/>
        </p:nvSpPr>
        <p:spPr>
          <a:xfrm>
            <a:off x="3392217" y="4644216"/>
            <a:ext cx="574894" cy="1347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ブラウザ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cxnSp>
        <p:nvCxnSpPr>
          <p:cNvPr id="22" name="カギ線コネクタ 21">
            <a:extLst>
              <a:ext uri="{FF2B5EF4-FFF2-40B4-BE49-F238E27FC236}">
                <a16:creationId xmlns:a16="http://schemas.microsoft.com/office/drawing/2014/main" id="{FDC9A261-D8D9-A47D-122A-315941B232E4}"/>
              </a:ext>
            </a:extLst>
          </p:cNvPr>
          <p:cNvCxnSpPr>
            <a:stCxn id="18" idx="2"/>
            <a:endCxn id="13" idx="0"/>
          </p:cNvCxnSpPr>
          <p:nvPr/>
        </p:nvCxnSpPr>
        <p:spPr>
          <a:xfrm rot="16200000" flipH="1">
            <a:off x="1404250" y="2854808"/>
            <a:ext cx="997407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B2932700-2C59-548C-131F-7FD8B1B140A3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rot="16200000" flipV="1">
            <a:off x="1351974" y="4479386"/>
            <a:ext cx="1101962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DDA4205-864D-8822-80C0-26487C891EAB}"/>
              </a:ext>
            </a:extLst>
          </p:cNvPr>
          <p:cNvCxnSpPr>
            <a:stCxn id="5" idx="3"/>
            <a:endCxn id="20" idx="1"/>
          </p:cNvCxnSpPr>
          <p:nvPr/>
        </p:nvCxnSpPr>
        <p:spPr>
          <a:xfrm>
            <a:off x="2962490" y="5317815"/>
            <a:ext cx="42972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B5C94D0-7798-1589-D4A4-C452F5DF00D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7111" y="5317816"/>
            <a:ext cx="73029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20AAE73-B421-2805-54FD-AF9328C71E27}"/>
              </a:ext>
            </a:extLst>
          </p:cNvPr>
          <p:cNvCxnSpPr>
            <a:cxnSpLocks/>
          </p:cNvCxnSpPr>
          <p:nvPr/>
        </p:nvCxnSpPr>
        <p:spPr>
          <a:xfrm flipV="1">
            <a:off x="3992924" y="2075023"/>
            <a:ext cx="73029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F49D91C3-DE41-B9E6-3C19-5AC1795A433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62489" y="3640960"/>
            <a:ext cx="8307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80D31C5C-6DA2-CF42-2984-9BEE8590FC3C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2962488" y="2068660"/>
            <a:ext cx="429729" cy="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2CC98B2-7F44-CFC5-EFDD-321EDA1419E4}"/>
              </a:ext>
            </a:extLst>
          </p:cNvPr>
          <p:cNvSpPr txBox="1"/>
          <p:nvPr/>
        </p:nvSpPr>
        <p:spPr>
          <a:xfrm>
            <a:off x="6646099" y="1750864"/>
            <a:ext cx="4197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GitHub Copilot</a:t>
            </a:r>
            <a:r>
              <a:rPr kumimoji="1" lang="ja-JP" altLang="en-US" sz="1200"/>
              <a:t>から提示された</a:t>
            </a:r>
            <a:r>
              <a:rPr kumimoji="1" lang="en-US" altLang="ja-JP" sz="1200"/>
              <a:t>URL</a:t>
            </a:r>
            <a:r>
              <a:rPr lang="ja-JP" altLang="en-US" sz="1200"/>
              <a:t>に</a:t>
            </a:r>
            <a:r>
              <a:rPr kumimoji="1" lang="ja-JP" altLang="en-US" sz="1200"/>
              <a:t>ユーザーがアクセス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CAB6F1F-B5E2-3F85-10B3-16E048FC5E56}"/>
              </a:ext>
            </a:extLst>
          </p:cNvPr>
          <p:cNvSpPr txBox="1"/>
          <p:nvPr/>
        </p:nvSpPr>
        <p:spPr>
          <a:xfrm>
            <a:off x="7029412" y="3312717"/>
            <a:ext cx="3452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GitHub Copilot</a:t>
            </a:r>
            <a:r>
              <a:rPr kumimoji="1" lang="ja-JP" altLang="en-US" sz="1200"/>
              <a:t>自身が特定の</a:t>
            </a:r>
            <a:r>
              <a:rPr kumimoji="1" lang="en-US" altLang="ja-JP" sz="1200"/>
              <a:t>URL</a:t>
            </a:r>
            <a:r>
              <a:rPr lang="ja-JP" altLang="en-US" sz="1200"/>
              <a:t>にアクセス</a:t>
            </a:r>
            <a:endParaRPr kumimoji="1" lang="ja-JP" altLang="en-US" sz="120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D71C18F-419E-A6E1-6309-D7BAA6146AD5}"/>
              </a:ext>
            </a:extLst>
          </p:cNvPr>
          <p:cNvSpPr txBox="1"/>
          <p:nvPr/>
        </p:nvSpPr>
        <p:spPr>
          <a:xfrm>
            <a:off x="7064294" y="5030368"/>
            <a:ext cx="33824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Playwright</a:t>
            </a:r>
            <a:r>
              <a:rPr kumimoji="1" lang="ja-JP" altLang="en-US" sz="1200"/>
              <a:t>から操作されるブラウザでアクセス</a:t>
            </a:r>
          </a:p>
        </p:txBody>
      </p:sp>
    </p:spTree>
    <p:extLst>
      <p:ext uri="{BB962C8B-B14F-4D97-AF65-F5344CB8AC3E}">
        <p14:creationId xmlns:p14="http://schemas.microsoft.com/office/powerpoint/2010/main" val="20533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C0FC-A34E-E1DD-0880-75875F24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871B086-224B-8429-888D-43E08409B1D1}"/>
              </a:ext>
            </a:extLst>
          </p:cNvPr>
          <p:cNvSpPr/>
          <p:nvPr/>
        </p:nvSpPr>
        <p:spPr>
          <a:xfrm>
            <a:off x="543698" y="1097690"/>
            <a:ext cx="4641108" cy="5086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E543F4-AB4B-E8C5-7333-A784A682BC7D}"/>
              </a:ext>
            </a:extLst>
          </p:cNvPr>
          <p:cNvSpPr/>
          <p:nvPr/>
        </p:nvSpPr>
        <p:spPr>
          <a:xfrm>
            <a:off x="843419" y="5030368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Playwright CLI/MCP</a:t>
            </a:r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9775CB-4CC5-1CD2-937F-6364DCF9D220}"/>
              </a:ext>
            </a:extLst>
          </p:cNvPr>
          <p:cNvSpPr txBox="1"/>
          <p:nvPr/>
        </p:nvSpPr>
        <p:spPr>
          <a:xfrm>
            <a:off x="488757" y="769925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PC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A6EF20-6039-810E-B99F-FB369C015B5B}"/>
              </a:ext>
            </a:extLst>
          </p:cNvPr>
          <p:cNvSpPr/>
          <p:nvPr/>
        </p:nvSpPr>
        <p:spPr>
          <a:xfrm>
            <a:off x="843418" y="3353513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GitHub Copilot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3A38EE-C487-1BAB-B266-F412E5267F34}"/>
              </a:ext>
            </a:extLst>
          </p:cNvPr>
          <p:cNvSpPr/>
          <p:nvPr/>
        </p:nvSpPr>
        <p:spPr>
          <a:xfrm>
            <a:off x="11374395" y="1097691"/>
            <a:ext cx="465221" cy="49550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対象サイト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710BCD-035D-1EDF-1B12-AB0F5B0BC776}"/>
              </a:ext>
            </a:extLst>
          </p:cNvPr>
          <p:cNvSpPr/>
          <p:nvPr/>
        </p:nvSpPr>
        <p:spPr>
          <a:xfrm>
            <a:off x="3392217" y="1395999"/>
            <a:ext cx="574894" cy="1347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ブラウザ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FA7D850-325F-8B08-1F6C-DBA9F53765AD}"/>
              </a:ext>
            </a:extLst>
          </p:cNvPr>
          <p:cNvSpPr/>
          <p:nvPr/>
        </p:nvSpPr>
        <p:spPr>
          <a:xfrm>
            <a:off x="843417" y="1781213"/>
            <a:ext cx="2119071" cy="574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ユーザー操作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E96BB96-3C2D-701B-4393-1927644E3C4F}"/>
              </a:ext>
            </a:extLst>
          </p:cNvPr>
          <p:cNvSpPr/>
          <p:nvPr/>
        </p:nvSpPr>
        <p:spPr>
          <a:xfrm>
            <a:off x="3392217" y="4644216"/>
            <a:ext cx="574894" cy="1347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ブラウザ</a:t>
            </a:r>
            <a:endParaRPr kumimoji="1" lang="en-US" altLang="ja-JP">
              <a:solidFill>
                <a:schemeClr val="tx1"/>
              </a:solidFill>
            </a:endParaRPr>
          </a:p>
        </p:txBody>
      </p:sp>
      <p:cxnSp>
        <p:nvCxnSpPr>
          <p:cNvPr id="22" name="カギ線コネクタ 21">
            <a:extLst>
              <a:ext uri="{FF2B5EF4-FFF2-40B4-BE49-F238E27FC236}">
                <a16:creationId xmlns:a16="http://schemas.microsoft.com/office/drawing/2014/main" id="{2B174757-CF79-7AF8-5189-FE3315249F6C}"/>
              </a:ext>
            </a:extLst>
          </p:cNvPr>
          <p:cNvCxnSpPr>
            <a:stCxn id="18" idx="2"/>
            <a:endCxn id="13" idx="0"/>
          </p:cNvCxnSpPr>
          <p:nvPr/>
        </p:nvCxnSpPr>
        <p:spPr>
          <a:xfrm rot="16200000" flipH="1">
            <a:off x="1404250" y="2854808"/>
            <a:ext cx="997407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>
            <a:extLst>
              <a:ext uri="{FF2B5EF4-FFF2-40B4-BE49-F238E27FC236}">
                <a16:creationId xmlns:a16="http://schemas.microsoft.com/office/drawing/2014/main" id="{61F02E72-5D8B-E424-C3C3-6020587D47EE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rot="16200000" flipV="1">
            <a:off x="1351974" y="4479386"/>
            <a:ext cx="1101962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3D71BC5-5054-674C-B2D2-14D1AD3F12DF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>
            <a:off x="2962490" y="5317815"/>
            <a:ext cx="42972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CD26B79-C441-2585-026A-E289026FCDA2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7111" y="5317816"/>
            <a:ext cx="73029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C211F97-B80C-3537-030F-89B8EBBC1BC5}"/>
              </a:ext>
            </a:extLst>
          </p:cNvPr>
          <p:cNvCxnSpPr>
            <a:cxnSpLocks/>
          </p:cNvCxnSpPr>
          <p:nvPr/>
        </p:nvCxnSpPr>
        <p:spPr>
          <a:xfrm flipV="1">
            <a:off x="3992924" y="2075023"/>
            <a:ext cx="73029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06FC9A58-DCDE-8930-F01C-EBEDF55C7537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2962488" y="2068660"/>
            <a:ext cx="429729" cy="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953E1E1-7B03-8440-36FF-7F7964E8EDD8}"/>
              </a:ext>
            </a:extLst>
          </p:cNvPr>
          <p:cNvSpPr txBox="1"/>
          <p:nvPr/>
        </p:nvSpPr>
        <p:spPr>
          <a:xfrm>
            <a:off x="6646099" y="1750864"/>
            <a:ext cx="41974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GitHub Copilot</a:t>
            </a:r>
            <a:r>
              <a:rPr kumimoji="1" lang="ja-JP" altLang="en-US" sz="1200"/>
              <a:t>から提示された</a:t>
            </a:r>
            <a:r>
              <a:rPr kumimoji="1" lang="en-US" altLang="ja-JP" sz="1200"/>
              <a:t>URL</a:t>
            </a:r>
            <a:r>
              <a:rPr lang="ja-JP" altLang="en-US" sz="1200"/>
              <a:t>に</a:t>
            </a:r>
            <a:r>
              <a:rPr kumimoji="1" lang="ja-JP" altLang="en-US" sz="1200"/>
              <a:t>ユーザーがアクセス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B6E548B-D45A-01BC-0DFB-4D1970BD6880}"/>
              </a:ext>
            </a:extLst>
          </p:cNvPr>
          <p:cNvSpPr txBox="1"/>
          <p:nvPr/>
        </p:nvSpPr>
        <p:spPr>
          <a:xfrm>
            <a:off x="6946752" y="2883700"/>
            <a:ext cx="3896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GitHub Copilot CLI</a:t>
            </a:r>
            <a:r>
              <a:rPr kumimoji="1" lang="ja-JP" altLang="en-US" sz="1200"/>
              <a:t>が特定の</a:t>
            </a:r>
            <a:r>
              <a:rPr kumimoji="1" lang="en-US" altLang="ja-JP" sz="1200"/>
              <a:t>URL</a:t>
            </a:r>
            <a:r>
              <a:rPr lang="ja-JP" altLang="en-US" sz="1200"/>
              <a:t>にアクセス</a:t>
            </a:r>
            <a:r>
              <a:rPr lang="en-US" altLang="ja-JP" sz="1200"/>
              <a:t>(fetch)</a:t>
            </a:r>
            <a:endParaRPr kumimoji="1" lang="ja-JP" altLang="en-US" sz="120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83FA742-E186-FF28-4B8C-36FB262D7BD0}"/>
              </a:ext>
            </a:extLst>
          </p:cNvPr>
          <p:cNvSpPr txBox="1"/>
          <p:nvPr/>
        </p:nvSpPr>
        <p:spPr>
          <a:xfrm>
            <a:off x="7064294" y="5030368"/>
            <a:ext cx="33824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Playwright</a:t>
            </a:r>
            <a:r>
              <a:rPr kumimoji="1" lang="ja-JP" altLang="en-US" sz="1200"/>
              <a:t>から操作されるブラウザでアクセス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8C5501A-0DFE-A418-4325-6A893D41D69F}"/>
              </a:ext>
            </a:extLst>
          </p:cNvPr>
          <p:cNvSpPr/>
          <p:nvPr/>
        </p:nvSpPr>
        <p:spPr>
          <a:xfrm>
            <a:off x="1167641" y="5481298"/>
            <a:ext cx="1464737" cy="451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sz="900">
                <a:solidFill>
                  <a:schemeClr val="tx1"/>
                </a:solidFill>
              </a:rPr>
              <a:t>Origin 制御</a:t>
            </a:r>
            <a:endParaRPr kumimoji="1" lang="en-US" altLang="ja-JP" sz="9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2EBD4B-2BAC-958E-822D-15957E31489D}"/>
              </a:ext>
            </a:extLst>
          </p:cNvPr>
          <p:cNvSpPr/>
          <p:nvPr/>
        </p:nvSpPr>
        <p:spPr>
          <a:xfrm>
            <a:off x="1170580" y="3801795"/>
            <a:ext cx="1464744" cy="3783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ja-JP" sz="900">
                <a:solidFill>
                  <a:schemeClr val="tx1"/>
                </a:solidFill>
              </a:rPr>
              <a:t>URL </a:t>
            </a:r>
            <a:r>
              <a:rPr lang="ja-JP" altLang="en-US" sz="900">
                <a:solidFill>
                  <a:schemeClr val="tx1"/>
                </a:solidFill>
              </a:rPr>
              <a:t>パーミッション</a:t>
            </a:r>
            <a:endParaRPr lang="en-US" altLang="ja-JP" sz="9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900">
                <a:solidFill>
                  <a:schemeClr val="tx1"/>
                </a:solidFill>
              </a:rPr>
              <a:t>インストラクション</a:t>
            </a:r>
          </a:p>
        </p:txBody>
      </p: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D16FDE10-8CF4-EFD3-EB8E-55B51D597F1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962489" y="3160699"/>
            <a:ext cx="8307523" cy="480261"/>
          </a:xfrm>
          <a:prstGeom prst="bentConnector3">
            <a:avLst>
              <a:gd name="adj1" fmla="val 77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6278C50-1510-9C6E-60CE-6786A0CA45BF}"/>
              </a:ext>
            </a:extLst>
          </p:cNvPr>
          <p:cNvGrpSpPr/>
          <p:nvPr/>
        </p:nvGrpSpPr>
        <p:grpSpPr>
          <a:xfrm>
            <a:off x="3996201" y="2890301"/>
            <a:ext cx="1675599" cy="547265"/>
            <a:chOff x="4022024" y="3309416"/>
            <a:chExt cx="1675599" cy="547265"/>
          </a:xfrm>
        </p:grpSpPr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8D70724A-C792-EE41-39AA-374219590903}"/>
                </a:ext>
              </a:extLst>
            </p:cNvPr>
            <p:cNvSpPr/>
            <p:nvPr/>
          </p:nvSpPr>
          <p:spPr>
            <a:xfrm>
              <a:off x="4022024" y="3310935"/>
              <a:ext cx="313110" cy="5456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105A8C5E-2392-A187-C2CB-AC39FD9C3A80}"/>
                </a:ext>
              </a:extLst>
            </p:cNvPr>
            <p:cNvCxnSpPr>
              <a:cxnSpLocks/>
              <a:stCxn id="26" idx="0"/>
              <a:endCxn id="40" idx="0"/>
            </p:cNvCxnSpPr>
            <p:nvPr/>
          </p:nvCxnSpPr>
          <p:spPr>
            <a:xfrm flipV="1">
              <a:off x="4178579" y="3309416"/>
              <a:ext cx="1362489" cy="15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AA09B1D1-35CF-D599-E5FA-E8FE4C183761}"/>
                </a:ext>
              </a:extLst>
            </p:cNvPr>
            <p:cNvCxnSpPr>
              <a:cxnSpLocks/>
              <a:endCxn id="40" idx="4"/>
            </p:cNvCxnSpPr>
            <p:nvPr/>
          </p:nvCxnSpPr>
          <p:spPr>
            <a:xfrm flipV="1">
              <a:off x="4178579" y="3855068"/>
              <a:ext cx="1362489" cy="16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7F017972-FD21-44A9-E6BE-537BF0B620E5}"/>
                </a:ext>
              </a:extLst>
            </p:cNvPr>
            <p:cNvSpPr/>
            <p:nvPr/>
          </p:nvSpPr>
          <p:spPr>
            <a:xfrm>
              <a:off x="5384513" y="3309416"/>
              <a:ext cx="313110" cy="54565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D9C390E-2EF8-A13D-93D4-90336B362D07}"/>
              </a:ext>
            </a:extLst>
          </p:cNvPr>
          <p:cNvSpPr/>
          <p:nvPr/>
        </p:nvSpPr>
        <p:spPr>
          <a:xfrm>
            <a:off x="4335125" y="2905188"/>
            <a:ext cx="1004622" cy="517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カギ線コネクタ 24">
            <a:extLst>
              <a:ext uri="{FF2B5EF4-FFF2-40B4-BE49-F238E27FC236}">
                <a16:creationId xmlns:a16="http://schemas.microsoft.com/office/drawing/2014/main" id="{CBB0F2EE-73F9-6833-4F8B-A48EEAAC3DE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62489" y="3640960"/>
            <a:ext cx="8307523" cy="352822"/>
          </a:xfrm>
          <a:prstGeom prst="bentConnector3">
            <a:avLst>
              <a:gd name="adj1" fmla="val 76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473FC1B-C3AE-255A-2FA6-05A2BF0C619B}"/>
              </a:ext>
            </a:extLst>
          </p:cNvPr>
          <p:cNvSpPr txBox="1"/>
          <p:nvPr/>
        </p:nvSpPr>
        <p:spPr>
          <a:xfrm>
            <a:off x="6820061" y="3727232"/>
            <a:ext cx="4201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200"/>
              <a:t>VS Code GitHub Copilot</a:t>
            </a:r>
            <a:r>
              <a:rPr kumimoji="1" lang="ja-JP" altLang="en-US" sz="1200"/>
              <a:t>が特定の</a:t>
            </a:r>
            <a:r>
              <a:rPr kumimoji="1" lang="en-US" altLang="ja-JP" sz="1200"/>
              <a:t>URL</a:t>
            </a:r>
            <a:r>
              <a:rPr lang="ja-JP" altLang="en-US" sz="1200"/>
              <a:t>にアクセス</a:t>
            </a:r>
            <a:r>
              <a:rPr lang="en-US" altLang="ja-JP" sz="1200"/>
              <a:t>(fetch)</a:t>
            </a:r>
            <a:endParaRPr kumimoji="1" lang="ja-JP" altLang="en-US" sz="120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B9451A4-BC62-9B9C-599F-DA9064DE3105}"/>
              </a:ext>
            </a:extLst>
          </p:cNvPr>
          <p:cNvSpPr/>
          <p:nvPr/>
        </p:nvSpPr>
        <p:spPr>
          <a:xfrm rot="5400000">
            <a:off x="4274571" y="3463889"/>
            <a:ext cx="4600800" cy="46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Entra Internet Access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5272AEB-77EF-2221-0E71-4E7A14D7BEC1}"/>
              </a:ext>
            </a:extLst>
          </p:cNvPr>
          <p:cNvSpPr/>
          <p:nvPr/>
        </p:nvSpPr>
        <p:spPr>
          <a:xfrm rot="5400000">
            <a:off x="2472198" y="3464199"/>
            <a:ext cx="4600800" cy="46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MDE Web Protection</a:t>
            </a:r>
          </a:p>
        </p:txBody>
      </p:sp>
    </p:spTree>
    <p:extLst>
      <p:ext uri="{BB962C8B-B14F-4D97-AF65-F5344CB8AC3E}">
        <p14:creationId xmlns:p14="http://schemas.microsoft.com/office/powerpoint/2010/main" val="1695824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166</Words>
  <Application>Microsoft Macintosh PowerPoint</Application>
  <PresentationFormat>ワイド画面</PresentationFormat>
  <Paragraphs>42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Junpei Tsuchida</dc:creator>
  <cp:lastModifiedBy>Junpei Tsuchida</cp:lastModifiedBy>
  <cp:revision>33</cp:revision>
  <dcterms:created xsi:type="dcterms:W3CDTF">2026-04-14T09:25:13Z</dcterms:created>
  <dcterms:modified xsi:type="dcterms:W3CDTF">2026-04-14T13:18:56Z</dcterms:modified>
</cp:coreProperties>
</file>