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0692ED-D2C2-5CF2-50BF-C476F6BF1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1E06E1-CCA7-6612-37D3-41A4F3EB8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CDF39C-6050-DF15-5159-68981DD5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900A03-DB41-AFBA-431F-835659ACE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DCEBBF-5BE1-6F50-3329-5AAFACFD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258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948DED-597A-B6C3-E1BF-4ECE6199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A6F5B8-E0E1-F9E6-01A8-8592D56E0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76CADD-E4C6-903B-626E-2E8C9350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F213AF-1DB5-20DB-B677-AF7BA637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B3E1A7-D3D5-EC6A-FEDF-BD0CBEEB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013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24737F-042F-A8BD-6E00-0D64FD1DA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2B383D-197E-D75C-356D-5EF22051F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0645D5-AAE0-F2EF-3D37-3D3A4A195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A752B7-8833-132A-024E-66391D07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59B990-FEAD-48C9-823D-C6FA0F35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6402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7A371F-959C-9B57-D541-0315BC669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CCC7E2-266D-75A1-B94E-2546FECC8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037C20-5B5E-50F5-5F60-527AD8707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EBBA71-3C28-5F89-614F-2EA3EB4EE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C315E1-8C2B-F539-4A9D-50DF927AD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C19A75-445A-2FB9-AE33-823EF5B7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68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A154C-E2D9-2252-DC79-7A61947B9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72541F-D898-F656-5C33-09711013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4C7641-BE7A-3F2F-AC05-632D6BFF5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C0895B-6D45-1F61-C4F5-348907612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BC2C3CA-A19F-21DC-DA80-90085F0BC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134BB58-8298-D502-D76A-D7F34BB4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646732E-DD50-87B4-EE4F-B774D5D95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60BB89B-7053-C63A-DAC2-E35CF931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8637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4E287A-9E36-64D6-9E02-D7A6B119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F9A9CEE-3F83-2614-B6E8-7D3CBE3C4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E32BC3D-1532-FFD5-D0A4-D8FDE1E7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2EF23B-CC34-69EB-18DC-C830ECAB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74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D56E67-BEE8-194A-25D1-DD32389C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EFBDC05-8811-00F9-4500-6F46785F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956F01-6C74-8669-0018-244282DB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409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4C21BA-DBFF-436E-8770-7572387F8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B27D5B-AE14-AD40-64EA-EE4C39202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6F140-5794-B7AB-7A67-381D454BC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B21DA5-99EC-404A-75DE-9DF6E476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57B883-796E-3FC4-FC04-27F47A84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E63C06-50B6-5D3F-014F-C7922D8E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964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4B5279-459C-5BA2-8DD3-CB1445248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36F032B-016E-1C20-B2A5-CB74E9483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0DFBAE-C021-4E15-9D41-C5DC39AE6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781A72-8622-9A05-40E6-26C2D6B0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CDA70B-606C-E5C0-CE32-E361088D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ADA231-AFEE-D6B2-FA60-72492DAA0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283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7E7893-1335-F69F-7714-60C82711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4FD572-0CAC-5E5E-F6C8-ED35D8749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BB255F-3B64-1541-119D-2D87515E1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4968BF-DE57-1AC6-0A21-4043EF139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F5D317-2C8B-D2EF-1D4F-12DD0639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43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B8FBAD4-E0E2-C525-A3B9-52D16F1F5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4D572A-1EE8-C19F-DDCA-E98F3C43C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23CB2F-838F-2848-AF97-AB33F451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244962-8603-F72F-415A-BB643CCF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249508-DA17-69EC-22B9-417870576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482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95040A-6D54-A6C5-7157-FA13AD84F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423096-6C76-007D-DB8C-3A3614D35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18A68A-3B5A-463F-B3CF-7AAE37B27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2D409-0151-154F-9C30-70F1257527E3}" type="datetimeFigureOut"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EA81E4-7891-51BC-5587-F6F78EC06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1C2480-B4EB-BC08-3D90-E223EACC3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FB3A7-912E-1941-AB0D-4F2E3554F0DF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981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F0D7DD3-EE35-BC3D-0CB1-8E69FAA72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554769" y="1354689"/>
            <a:ext cx="3151651" cy="4202201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2A89EA2-0E18-4116-18F9-8031538F2116}"/>
              </a:ext>
            </a:extLst>
          </p:cNvPr>
          <p:cNvCxnSpPr/>
          <p:nvPr/>
        </p:nvCxnSpPr>
        <p:spPr>
          <a:xfrm>
            <a:off x="5269725" y="3895497"/>
            <a:ext cx="4056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グラフィックス 8" descr="ノート PC 枠線">
            <a:extLst>
              <a:ext uri="{FF2B5EF4-FFF2-40B4-BE49-F238E27FC236}">
                <a16:creationId xmlns:a16="http://schemas.microsoft.com/office/drawing/2014/main" id="{A5928AD1-A3CD-BC2E-FB66-D5FD7B0DB2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334" y="1037493"/>
            <a:ext cx="914400" cy="91440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06B3C30-1EE9-D5DD-38FF-77669B3C4825}"/>
              </a:ext>
            </a:extLst>
          </p:cNvPr>
          <p:cNvSpPr/>
          <p:nvPr/>
        </p:nvSpPr>
        <p:spPr>
          <a:xfrm>
            <a:off x="715108" y="1864474"/>
            <a:ext cx="4554617" cy="4062046"/>
          </a:xfrm>
          <a:prstGeom prst="rect">
            <a:avLst/>
          </a:prstGeom>
          <a:noFill/>
          <a:ln w="12700">
            <a:solidFill>
              <a:schemeClr val="tx1">
                <a:lumMod val="85000"/>
                <a:lumOff val="1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4AD298A-A76E-602F-C05F-CFCDEB67D311}"/>
              </a:ext>
            </a:extLst>
          </p:cNvPr>
          <p:cNvSpPr txBox="1"/>
          <p:nvPr/>
        </p:nvSpPr>
        <p:spPr>
          <a:xfrm>
            <a:off x="6970246" y="352616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USB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1D31F69-6888-1D2D-12AF-B80C056C1B4B}"/>
              </a:ext>
            </a:extLst>
          </p:cNvPr>
          <p:cNvSpPr txBox="1"/>
          <p:nvPr/>
        </p:nvSpPr>
        <p:spPr>
          <a:xfrm>
            <a:off x="5839846" y="3941663"/>
            <a:ext cx="2852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/>
              <a:t>シリアル通信でコマンド送信</a:t>
            </a:r>
            <a:endParaRPr kumimoji="1" lang="en-US" altLang="ja-JP" sz="1600"/>
          </a:p>
          <a:p>
            <a:r>
              <a:rPr lang="en-US" altLang="ja-JP" sz="1600"/>
              <a:t>1</a:t>
            </a:r>
            <a:r>
              <a:rPr lang="ja-JP" altLang="en-US" sz="1600"/>
              <a:t>：動作</a:t>
            </a:r>
            <a:r>
              <a:rPr lang="en-US" altLang="ja-JP" sz="1600"/>
              <a:t> / </a:t>
            </a:r>
            <a:r>
              <a:rPr kumimoji="1" lang="en-US" altLang="ja-JP" sz="1600"/>
              <a:t>0</a:t>
            </a:r>
            <a:r>
              <a:rPr kumimoji="1" lang="ja-JP" altLang="en-US" sz="1600"/>
              <a:t>：停止</a:t>
            </a:r>
          </a:p>
        </p:txBody>
      </p:sp>
      <p:pic>
        <p:nvPicPr>
          <p:cNvPr id="16" name="グラフィックス 15" descr="ドキュメント 枠線">
            <a:extLst>
              <a:ext uri="{FF2B5EF4-FFF2-40B4-BE49-F238E27FC236}">
                <a16:creationId xmlns:a16="http://schemas.microsoft.com/office/drawing/2014/main" id="{CD6DDB41-E0CA-2441-A0B5-1FCE96D83A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8125" y="3397833"/>
            <a:ext cx="914400" cy="9144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64B7840-5949-B82D-3730-5015960D0F7C}"/>
              </a:ext>
            </a:extLst>
          </p:cNvPr>
          <p:cNvSpPr txBox="1"/>
          <p:nvPr/>
        </p:nvSpPr>
        <p:spPr>
          <a:xfrm>
            <a:off x="2385308" y="4292556"/>
            <a:ext cx="1872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Python</a:t>
            </a:r>
            <a:r>
              <a:rPr kumimoji="1" lang="ja-JP" altLang="en-US" sz="1600"/>
              <a:t>スクリプト</a:t>
            </a:r>
          </a:p>
        </p:txBody>
      </p:sp>
      <p:pic>
        <p:nvPicPr>
          <p:cNvPr id="18" name="図 17" descr="Github Copilot Icon SVG Vector &amp; PNG Free Download | UXWing">
            <a:extLst>
              <a:ext uri="{FF2B5EF4-FFF2-40B4-BE49-F238E27FC236}">
                <a16:creationId xmlns:a16="http://schemas.microsoft.com/office/drawing/2014/main" id="{4778F66B-79C1-91FB-13C4-606780FB4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130" y="2072496"/>
            <a:ext cx="1412756" cy="1412756"/>
          </a:xfrm>
          <a:prstGeom prst="rect">
            <a:avLst/>
          </a:prstGeom>
        </p:spPr>
      </p:pic>
      <p:cxnSp>
        <p:nvCxnSpPr>
          <p:cNvPr id="20" name="カギ線コネクタ 19">
            <a:extLst>
              <a:ext uri="{FF2B5EF4-FFF2-40B4-BE49-F238E27FC236}">
                <a16:creationId xmlns:a16="http://schemas.microsoft.com/office/drawing/2014/main" id="{5D5CE080-FE39-AF44-82B7-70B367CE9C56}"/>
              </a:ext>
            </a:extLst>
          </p:cNvPr>
          <p:cNvCxnSpPr>
            <a:cxnSpLocks/>
            <a:stCxn id="18" idx="2"/>
          </p:cNvCxnSpPr>
          <p:nvPr/>
        </p:nvCxnSpPr>
        <p:spPr>
          <a:xfrm rot="16200000" flipH="1">
            <a:off x="2022694" y="3070065"/>
            <a:ext cx="410245" cy="124061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EDEC2C5-271D-3515-617C-737AE6132A75}"/>
              </a:ext>
            </a:extLst>
          </p:cNvPr>
          <p:cNvSpPr txBox="1"/>
          <p:nvPr/>
        </p:nvSpPr>
        <p:spPr>
          <a:xfrm>
            <a:off x="1653450" y="3489099"/>
            <a:ext cx="1292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Hook</a:t>
            </a:r>
            <a:r>
              <a:rPr kumimoji="1" lang="ja-JP" altLang="en-US" sz="1600"/>
              <a:t>で起動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1854A83-6B4A-F60E-F0EA-9216B7E0F1DA}"/>
              </a:ext>
            </a:extLst>
          </p:cNvPr>
          <p:cNvCxnSpPr>
            <a:cxnSpLocks/>
            <a:endCxn id="10" idx="3"/>
          </p:cNvCxnSpPr>
          <p:nvPr/>
        </p:nvCxnSpPr>
        <p:spPr>
          <a:xfrm>
            <a:off x="3762525" y="3895497"/>
            <a:ext cx="150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6AC2F11-7A1C-0E40-F1D0-707B16AEC14C}"/>
              </a:ext>
            </a:extLst>
          </p:cNvPr>
          <p:cNvSpPr txBox="1"/>
          <p:nvPr/>
        </p:nvSpPr>
        <p:spPr>
          <a:xfrm>
            <a:off x="3739017" y="346557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/>
              <a:t>シリアル通信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209149F-0461-951F-93C5-D98DBCF1B24B}"/>
              </a:ext>
            </a:extLst>
          </p:cNvPr>
          <p:cNvSpPr txBox="1"/>
          <p:nvPr/>
        </p:nvSpPr>
        <p:spPr>
          <a:xfrm>
            <a:off x="1928696" y="1294246"/>
            <a:ext cx="59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PC</a:t>
            </a:r>
            <a:endParaRPr kumimoji="1" lang="ja-JP" altLang="en-US" sz="240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A65EDEEF-7626-597E-A81E-0CC54364E192}"/>
              </a:ext>
            </a:extLst>
          </p:cNvPr>
          <p:cNvCxnSpPr>
            <a:cxnSpLocks/>
          </p:cNvCxnSpPr>
          <p:nvPr/>
        </p:nvCxnSpPr>
        <p:spPr>
          <a:xfrm flipV="1">
            <a:off x="9262030" y="4526438"/>
            <a:ext cx="749478" cy="139978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2B0F736-653C-72C2-D299-2A7F22ADD613}"/>
              </a:ext>
            </a:extLst>
          </p:cNvPr>
          <p:cNvCxnSpPr>
            <a:cxnSpLocks/>
          </p:cNvCxnSpPr>
          <p:nvPr/>
        </p:nvCxnSpPr>
        <p:spPr>
          <a:xfrm>
            <a:off x="9262030" y="5926222"/>
            <a:ext cx="188312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8784584-0DE1-95C6-FCE7-71D9DAB10523}"/>
              </a:ext>
            </a:extLst>
          </p:cNvPr>
          <p:cNvSpPr txBox="1"/>
          <p:nvPr/>
        </p:nvSpPr>
        <p:spPr>
          <a:xfrm>
            <a:off x="9524200" y="5587669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/>
              <a:t>強制停止ボタン</a:t>
            </a:r>
          </a:p>
        </p:txBody>
      </p:sp>
    </p:spTree>
    <p:extLst>
      <p:ext uri="{BB962C8B-B14F-4D97-AF65-F5344CB8AC3E}">
        <p14:creationId xmlns:p14="http://schemas.microsoft.com/office/powerpoint/2010/main" val="3743675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24</Words>
  <Application>Microsoft Macintosh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Junpei Tsuchida</dc:creator>
  <cp:lastModifiedBy>Junpei Tsuchida</cp:lastModifiedBy>
  <cp:revision>4</cp:revision>
  <dcterms:created xsi:type="dcterms:W3CDTF">2026-04-09T11:44:16Z</dcterms:created>
  <dcterms:modified xsi:type="dcterms:W3CDTF">2026-04-09T12:51:48Z</dcterms:modified>
</cp:coreProperties>
</file>