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DA50B3-1202-E320-C49E-E093EB1F8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C6D811-398A-21A3-74D1-14CFAD846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B2336E-1769-FB0F-ACA4-FC6CA19E8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5F3-A6CF-8A4B-B18C-0A728245A7FB}" type="datetimeFigureOut"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55AD9D-B8CD-8E59-9B35-EE7901B3A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6F83B8-A0F2-1077-53B5-21ADA7B8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6452-EEBB-5F4D-A369-CDAD5C9D0C79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6803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23AE3B-8135-5278-815A-E7F3E2E3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4D1BEE-28A6-7EE5-B187-AC4B73C86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6233EF-C5CA-CD2A-08CE-6BD32DE75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5F3-A6CF-8A4B-B18C-0A728245A7FB}" type="datetimeFigureOut"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AB7B8E-31EE-5A74-4AEA-AB39CF87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FD5194-EC42-86A5-FC58-80FD2774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6452-EEBB-5F4D-A369-CDAD5C9D0C79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284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B6039A-E3C5-5798-3E2C-600D2A782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518BA1-83AE-CE3E-C248-0D95C42FC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084BE0-59F4-1D44-4430-15292C59B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5F3-A6CF-8A4B-B18C-0A728245A7FB}" type="datetimeFigureOut"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4EF74D-6505-9A1A-35CD-642F1112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502A15-3E42-0698-53D4-70CAFBE2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6452-EEBB-5F4D-A369-CDAD5C9D0C79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13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3ADC05-E75E-21D6-08B2-AD934B4DF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F86552-3524-D722-F92E-29578CE4C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AE095F-773D-8707-6196-EAEBEC372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6F3D76-5B02-B45D-9A04-53AB101CF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5F3-A6CF-8A4B-B18C-0A728245A7FB}" type="datetimeFigureOut"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0CE55E-DE2B-054C-0F47-5F740905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08895B-107E-7BD9-6594-0C79730B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6452-EEBB-5F4D-A369-CDAD5C9D0C79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3119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997701-2873-AB56-1C63-02C5EF7F7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3C562E-C44E-A05F-5D1F-65E0F2A9B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5ED5ACB-94F3-6C92-D367-4893423E7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9D80BE-A7ED-99A2-F804-CEC696A60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223A3CB-685E-1B37-66FB-4DC9CBD0CE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51BADAF-B830-800E-6C03-D2F345268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5F3-A6CF-8A4B-B18C-0A728245A7FB}" type="datetimeFigureOut">
              <a:t>2026/1/19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B1943E-C062-C54F-B03A-CA623282C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EF23CC-D300-27D0-D0F8-C05A006C3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6452-EEBB-5F4D-A369-CDAD5C9D0C79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5898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774FCE-C105-5822-D819-F2112A4B9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C0EABD2-8855-7E1C-50FA-6C11F7844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5F3-A6CF-8A4B-B18C-0A728245A7FB}" type="datetimeFigureOut">
              <a:t>2026/1/19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9F3208-1D41-A09F-40B8-963689514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79927E-6D86-93B8-32CD-BD263376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6452-EEBB-5F4D-A369-CDAD5C9D0C79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5127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AEA2AD8-6014-D93B-E85E-220FA2044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5F3-A6CF-8A4B-B18C-0A728245A7FB}" type="datetimeFigureOut">
              <a:t>2026/1/19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BBF8566-DDF3-40BA-F36B-E497B6AB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B13BF6-F638-DBB2-8EF6-8975064A9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6452-EEBB-5F4D-A369-CDAD5C9D0C79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219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43C296-E270-7D89-A476-D273D0EFF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D8825A-468D-C9E4-7EFA-633D44C33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27E26A7-71FB-C457-E467-E9F5FDA43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D7BD80-E6EB-A444-FB95-DDEBA4FC1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5F3-A6CF-8A4B-B18C-0A728245A7FB}" type="datetimeFigureOut"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E8B10D-B7BA-9174-356C-3754B3BDC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08BBC2-B431-DC22-B56C-5FC01A44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6452-EEBB-5F4D-A369-CDAD5C9D0C79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7460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5B2CDA-B55F-94E9-181D-09CF39EA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C77EE11-AB03-51E4-603B-BF2010093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A55344A-912D-3E10-1B92-4C7BF4E3F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3FF5C6B-1900-1265-FD79-10A91167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5F3-A6CF-8A4B-B18C-0A728245A7FB}" type="datetimeFigureOut"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A805DD-3FBA-A3BC-8167-F2CE8AFCB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3B43DD-9D41-D9A4-8E55-AC288EDAB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6452-EEBB-5F4D-A369-CDAD5C9D0C79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3411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D37E5E-9F67-D92B-7463-62D513881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9563323-4E39-FD77-E128-B44384902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13D1A1-F7CB-CDE3-60A2-9411B815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5F3-A6CF-8A4B-B18C-0A728245A7FB}" type="datetimeFigureOut"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E261E5-AE9E-AAE5-1D5E-DBB343115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F323CE-4BAB-97EB-1AA5-CE04CC78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6452-EEBB-5F4D-A369-CDAD5C9D0C79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779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38C5F6-EE1D-2EDC-3F71-568B706D7B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155DF8B-028A-3DF0-ECFA-68492F7D2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0296B2-29B8-D481-7BCD-677C4B9F5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5F3-A6CF-8A4B-B18C-0A728245A7FB}" type="datetimeFigureOut"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779C21-F5B1-38D7-0F6F-6CFE3F6DA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5C7CB8-0EA5-0AA3-A7FF-BF9C0F600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6452-EEBB-5F4D-A369-CDAD5C9D0C79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45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7D858A9-052C-0DE8-F6F0-484250013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3EADA1-3DBE-E84F-4701-E3DCB5BB8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44BC26-B3E0-08A8-E1C6-EF4FD8B0EE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BE5F3-A6CF-8A4B-B18C-0A728245A7FB}" type="datetimeFigureOut"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1737D4-71F5-5848-B1A6-CDCBD7A0C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FF6240-43B2-20A3-8BE1-38B482CD7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B6452-EEBB-5F4D-A369-CDAD5C9D0C79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35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CB53229-3AFA-B186-75A1-5AC600B7622C}"/>
              </a:ext>
            </a:extLst>
          </p:cNvPr>
          <p:cNvSpPr/>
          <p:nvPr/>
        </p:nvSpPr>
        <p:spPr>
          <a:xfrm>
            <a:off x="946484" y="1636293"/>
            <a:ext cx="433137" cy="30921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/>
              <a:t>要件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4B7D8B6-BB19-9237-CDD3-A5AC1C35B4B3}"/>
              </a:ext>
            </a:extLst>
          </p:cNvPr>
          <p:cNvSpPr/>
          <p:nvPr/>
        </p:nvSpPr>
        <p:spPr>
          <a:xfrm>
            <a:off x="2053388" y="1672384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画面構成案</a:t>
            </a:r>
            <a:r>
              <a:rPr kumimoji="1" lang="en-US" altLang="ja-JP"/>
              <a:t>A</a:t>
            </a:r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699826-5D5F-4B87-23A5-84546A00582E}"/>
              </a:ext>
            </a:extLst>
          </p:cNvPr>
          <p:cNvSpPr/>
          <p:nvPr/>
        </p:nvSpPr>
        <p:spPr>
          <a:xfrm>
            <a:off x="4820654" y="565482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API</a:t>
            </a:r>
            <a:r>
              <a:rPr kumimoji="1" lang="ja-JP" altLang="en-US"/>
              <a:t>案</a:t>
            </a:r>
            <a:r>
              <a:rPr kumimoji="1" lang="en-US" altLang="ja-JP"/>
              <a:t>A-1</a:t>
            </a:r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923A431-0FA4-6FEC-7F7A-0C67554B30A2}"/>
              </a:ext>
            </a:extLst>
          </p:cNvPr>
          <p:cNvSpPr/>
          <p:nvPr/>
        </p:nvSpPr>
        <p:spPr>
          <a:xfrm>
            <a:off x="8638673" y="204535"/>
            <a:ext cx="2743200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データモデル案</a:t>
            </a:r>
            <a:r>
              <a:rPr kumimoji="1" lang="en-US" altLang="ja-JP"/>
              <a:t>A-1-a</a:t>
            </a:r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F29CBE2-469F-4029-A01F-77D0FE98106D}"/>
              </a:ext>
            </a:extLst>
          </p:cNvPr>
          <p:cNvSpPr/>
          <p:nvPr/>
        </p:nvSpPr>
        <p:spPr>
          <a:xfrm>
            <a:off x="2053388" y="3019925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画面構成案</a:t>
            </a:r>
            <a:r>
              <a:rPr lang="en-US" altLang="ja-JP"/>
              <a:t>B</a:t>
            </a:r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D5E28B2-7B84-EDAA-CC30-7C6D3F7B9485}"/>
              </a:ext>
            </a:extLst>
          </p:cNvPr>
          <p:cNvSpPr/>
          <p:nvPr/>
        </p:nvSpPr>
        <p:spPr>
          <a:xfrm>
            <a:off x="2053388" y="4339391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画面構成案</a:t>
            </a:r>
            <a:r>
              <a:rPr kumimoji="1" lang="en-US" altLang="ja-JP"/>
              <a:t>C</a:t>
            </a:r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C17DEEB-628B-55B3-AEF9-47EAFAD323BB}"/>
              </a:ext>
            </a:extLst>
          </p:cNvPr>
          <p:cNvSpPr/>
          <p:nvPr/>
        </p:nvSpPr>
        <p:spPr>
          <a:xfrm>
            <a:off x="4820654" y="1118928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API</a:t>
            </a:r>
            <a:r>
              <a:rPr kumimoji="1" lang="ja-JP" altLang="en-US"/>
              <a:t>案</a:t>
            </a:r>
            <a:r>
              <a:rPr kumimoji="1" lang="en-US" altLang="ja-JP"/>
              <a:t>A-2</a:t>
            </a:r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CC46A1D-774D-C1CD-99A1-00571E1B053C}"/>
              </a:ext>
            </a:extLst>
          </p:cNvPr>
          <p:cNvSpPr/>
          <p:nvPr/>
        </p:nvSpPr>
        <p:spPr>
          <a:xfrm>
            <a:off x="4852740" y="1720511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API</a:t>
            </a:r>
            <a:r>
              <a:rPr kumimoji="1" lang="ja-JP" altLang="en-US"/>
              <a:t>案</a:t>
            </a:r>
            <a:r>
              <a:rPr kumimoji="1" lang="en-US" altLang="ja-JP"/>
              <a:t>A-3</a:t>
            </a:r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D561B41-99F1-A82D-B10C-418AF5DC3E5A}"/>
              </a:ext>
            </a:extLst>
          </p:cNvPr>
          <p:cNvSpPr/>
          <p:nvPr/>
        </p:nvSpPr>
        <p:spPr>
          <a:xfrm>
            <a:off x="4852740" y="2249894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API</a:t>
            </a:r>
            <a:r>
              <a:rPr kumimoji="1" lang="ja-JP" altLang="en-US"/>
              <a:t>案</a:t>
            </a:r>
            <a:r>
              <a:rPr lang="en-US" altLang="ja-JP"/>
              <a:t>B</a:t>
            </a:r>
            <a:r>
              <a:rPr kumimoji="1" lang="en-US" altLang="ja-JP"/>
              <a:t>-1</a:t>
            </a:r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13D2E29-93BA-A803-D749-8D94F12032F2}"/>
              </a:ext>
            </a:extLst>
          </p:cNvPr>
          <p:cNvSpPr/>
          <p:nvPr/>
        </p:nvSpPr>
        <p:spPr>
          <a:xfrm>
            <a:off x="4852740" y="2803340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API</a:t>
            </a:r>
            <a:r>
              <a:rPr kumimoji="1" lang="ja-JP" altLang="en-US"/>
              <a:t>案</a:t>
            </a:r>
            <a:r>
              <a:rPr kumimoji="1" lang="en-US" altLang="ja-JP"/>
              <a:t>B-2</a:t>
            </a:r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36F293C-D0A6-5BB2-9F53-267EFE5EC271}"/>
              </a:ext>
            </a:extLst>
          </p:cNvPr>
          <p:cNvSpPr/>
          <p:nvPr/>
        </p:nvSpPr>
        <p:spPr>
          <a:xfrm>
            <a:off x="4884826" y="3404923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API</a:t>
            </a:r>
            <a:r>
              <a:rPr kumimoji="1" lang="ja-JP" altLang="en-US"/>
              <a:t>案</a:t>
            </a:r>
            <a:r>
              <a:rPr lang="en-US" altLang="ja-JP"/>
              <a:t>B</a:t>
            </a:r>
            <a:r>
              <a:rPr kumimoji="1" lang="en-US" altLang="ja-JP"/>
              <a:t>-3</a:t>
            </a:r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38FB5E8-46AE-DB5D-7508-7A6AB3A877E9}"/>
              </a:ext>
            </a:extLst>
          </p:cNvPr>
          <p:cNvSpPr/>
          <p:nvPr/>
        </p:nvSpPr>
        <p:spPr>
          <a:xfrm>
            <a:off x="4884826" y="4174964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API</a:t>
            </a:r>
            <a:r>
              <a:rPr kumimoji="1" lang="ja-JP" altLang="en-US"/>
              <a:t>案</a:t>
            </a:r>
            <a:r>
              <a:rPr kumimoji="1" lang="en-US" altLang="ja-JP"/>
              <a:t>C-1</a:t>
            </a:r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895FD93-1635-22D5-F718-E202D3EA61B3}"/>
              </a:ext>
            </a:extLst>
          </p:cNvPr>
          <p:cNvSpPr/>
          <p:nvPr/>
        </p:nvSpPr>
        <p:spPr>
          <a:xfrm>
            <a:off x="4884826" y="4728410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API</a:t>
            </a:r>
            <a:r>
              <a:rPr kumimoji="1" lang="ja-JP" altLang="en-US"/>
              <a:t>案</a:t>
            </a:r>
            <a:r>
              <a:rPr lang="en-US" altLang="ja-JP"/>
              <a:t>C</a:t>
            </a:r>
            <a:r>
              <a:rPr kumimoji="1" lang="en-US" altLang="ja-JP"/>
              <a:t>-2</a:t>
            </a:r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506DF89-6ED2-6C7F-6060-538F3D3021AF}"/>
              </a:ext>
            </a:extLst>
          </p:cNvPr>
          <p:cNvSpPr/>
          <p:nvPr/>
        </p:nvSpPr>
        <p:spPr>
          <a:xfrm>
            <a:off x="4884825" y="5329993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API</a:t>
            </a:r>
            <a:r>
              <a:rPr kumimoji="1" lang="ja-JP" altLang="en-US"/>
              <a:t>案</a:t>
            </a:r>
            <a:r>
              <a:rPr kumimoji="1" lang="en-US" altLang="ja-JP"/>
              <a:t>C-3</a:t>
            </a:r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B65E794-69DC-440B-9C7D-741D0D07B69A}"/>
              </a:ext>
            </a:extLst>
          </p:cNvPr>
          <p:cNvSpPr/>
          <p:nvPr/>
        </p:nvSpPr>
        <p:spPr>
          <a:xfrm>
            <a:off x="8638673" y="733922"/>
            <a:ext cx="2743200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データモデル案</a:t>
            </a:r>
            <a:r>
              <a:rPr kumimoji="1" lang="en-US" altLang="ja-JP"/>
              <a:t>A-1-B</a:t>
            </a:r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A0BE8BE-5254-869F-3D37-368CCB13C24C}"/>
              </a:ext>
            </a:extLst>
          </p:cNvPr>
          <p:cNvSpPr/>
          <p:nvPr/>
        </p:nvSpPr>
        <p:spPr>
          <a:xfrm>
            <a:off x="8638673" y="5113420"/>
            <a:ext cx="2743200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データモデル案</a:t>
            </a:r>
            <a:r>
              <a:rPr lang="en-US" altLang="ja-JP"/>
              <a:t>C</a:t>
            </a:r>
            <a:r>
              <a:rPr kumimoji="1" lang="en-US" altLang="ja-JP"/>
              <a:t>-3-a</a:t>
            </a:r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189D0311-F268-E961-36E9-611A15DA4584}"/>
              </a:ext>
            </a:extLst>
          </p:cNvPr>
          <p:cNvSpPr/>
          <p:nvPr/>
        </p:nvSpPr>
        <p:spPr>
          <a:xfrm>
            <a:off x="8638673" y="5642807"/>
            <a:ext cx="2743200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データモデル案</a:t>
            </a:r>
            <a:r>
              <a:rPr lang="en-US" altLang="ja-JP"/>
              <a:t>C</a:t>
            </a:r>
            <a:r>
              <a:rPr kumimoji="1" lang="en-US" altLang="ja-JP"/>
              <a:t>-3-b</a:t>
            </a:r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15C7BDF-0BAC-C148-CBC4-6A0394CAB930}"/>
              </a:ext>
            </a:extLst>
          </p:cNvPr>
          <p:cNvSpPr txBox="1"/>
          <p:nvPr/>
        </p:nvSpPr>
        <p:spPr>
          <a:xfrm rot="5400000">
            <a:off x="9647902" y="30993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・・・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E07B405-AB06-EC0C-8BC0-92E6F8F85810}"/>
              </a:ext>
            </a:extLst>
          </p:cNvPr>
          <p:cNvSpPr/>
          <p:nvPr/>
        </p:nvSpPr>
        <p:spPr>
          <a:xfrm>
            <a:off x="8650712" y="1564091"/>
            <a:ext cx="2743200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039ECD2-992A-1DDD-1EE1-1B0D678548C9}"/>
              </a:ext>
            </a:extLst>
          </p:cNvPr>
          <p:cNvSpPr/>
          <p:nvPr/>
        </p:nvSpPr>
        <p:spPr>
          <a:xfrm>
            <a:off x="8638673" y="2075453"/>
            <a:ext cx="2743200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F3C810D-502D-41F2-3CA2-A1347AC55522}"/>
              </a:ext>
            </a:extLst>
          </p:cNvPr>
          <p:cNvSpPr/>
          <p:nvPr/>
        </p:nvSpPr>
        <p:spPr>
          <a:xfrm>
            <a:off x="8650712" y="4012528"/>
            <a:ext cx="2743200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641925C-0EEC-216F-C132-76CA09727049}"/>
              </a:ext>
            </a:extLst>
          </p:cNvPr>
          <p:cNvSpPr/>
          <p:nvPr/>
        </p:nvSpPr>
        <p:spPr>
          <a:xfrm>
            <a:off x="8638673" y="4523890"/>
            <a:ext cx="2743200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曲線コネクタ 30">
            <a:extLst>
              <a:ext uri="{FF2B5EF4-FFF2-40B4-BE49-F238E27FC236}">
                <a16:creationId xmlns:a16="http://schemas.microsoft.com/office/drawing/2014/main" id="{EDEDC6C3-6001-58AE-DEA1-DE31456AEDB3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6517107" y="397040"/>
            <a:ext cx="2121566" cy="360947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曲線コネクタ 32">
            <a:extLst>
              <a:ext uri="{FF2B5EF4-FFF2-40B4-BE49-F238E27FC236}">
                <a16:creationId xmlns:a16="http://schemas.microsoft.com/office/drawing/2014/main" id="{02083CCB-82D7-A04F-CFDC-A95BE54BE79A}"/>
              </a:ext>
            </a:extLst>
          </p:cNvPr>
          <p:cNvCxnSpPr>
            <a:cxnSpLocks/>
            <a:stCxn id="9" idx="3"/>
            <a:endCxn id="22" idx="1"/>
          </p:cNvCxnSpPr>
          <p:nvPr/>
        </p:nvCxnSpPr>
        <p:spPr>
          <a:xfrm>
            <a:off x="6517107" y="757987"/>
            <a:ext cx="2121566" cy="168440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曲線コネクタ 35">
            <a:extLst>
              <a:ext uri="{FF2B5EF4-FFF2-40B4-BE49-F238E27FC236}">
                <a16:creationId xmlns:a16="http://schemas.microsoft.com/office/drawing/2014/main" id="{71A490F8-D8AF-436B-F98A-6645BC42CF83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6581278" y="5305925"/>
            <a:ext cx="2057395" cy="216573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曲線コネクタ 36">
            <a:extLst>
              <a:ext uri="{FF2B5EF4-FFF2-40B4-BE49-F238E27FC236}">
                <a16:creationId xmlns:a16="http://schemas.microsoft.com/office/drawing/2014/main" id="{CCECF254-B0EF-614E-87F3-2B8B710833FD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6581278" y="5522498"/>
            <a:ext cx="2057395" cy="312814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曲線コネクタ 42">
            <a:extLst>
              <a:ext uri="{FF2B5EF4-FFF2-40B4-BE49-F238E27FC236}">
                <a16:creationId xmlns:a16="http://schemas.microsoft.com/office/drawing/2014/main" id="{2EF663DB-6CF2-FB0E-812B-949A4B17111A}"/>
              </a:ext>
            </a:extLst>
          </p:cNvPr>
          <p:cNvCxnSpPr>
            <a:cxnSpLocks/>
          </p:cNvCxnSpPr>
          <p:nvPr/>
        </p:nvCxnSpPr>
        <p:spPr>
          <a:xfrm>
            <a:off x="7487645" y="4079197"/>
            <a:ext cx="1241273" cy="113802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曲線コネクタ 44">
            <a:extLst>
              <a:ext uri="{FF2B5EF4-FFF2-40B4-BE49-F238E27FC236}">
                <a16:creationId xmlns:a16="http://schemas.microsoft.com/office/drawing/2014/main" id="{7576139D-1F3A-E220-AFB7-300C1477EEB5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7487645" y="4716395"/>
            <a:ext cx="1151028" cy="220557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曲線コネクタ 47">
            <a:extLst>
              <a:ext uri="{FF2B5EF4-FFF2-40B4-BE49-F238E27FC236}">
                <a16:creationId xmlns:a16="http://schemas.microsoft.com/office/drawing/2014/main" id="{8C56A0B3-DD0B-F6F9-44D3-0F9A52E9AB32}"/>
              </a:ext>
            </a:extLst>
          </p:cNvPr>
          <p:cNvCxnSpPr>
            <a:cxnSpLocks/>
          </p:cNvCxnSpPr>
          <p:nvPr/>
        </p:nvCxnSpPr>
        <p:spPr>
          <a:xfrm flipV="1">
            <a:off x="7487645" y="1759591"/>
            <a:ext cx="1151028" cy="83238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曲線コネクタ 48">
            <a:extLst>
              <a:ext uri="{FF2B5EF4-FFF2-40B4-BE49-F238E27FC236}">
                <a16:creationId xmlns:a16="http://schemas.microsoft.com/office/drawing/2014/main" id="{9507E274-CCD8-F80D-4191-72608C7D2E94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7487645" y="2267958"/>
            <a:ext cx="1151028" cy="101767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曲線コネクタ 54">
            <a:extLst>
              <a:ext uri="{FF2B5EF4-FFF2-40B4-BE49-F238E27FC236}">
                <a16:creationId xmlns:a16="http://schemas.microsoft.com/office/drawing/2014/main" id="{799A422B-C128-CA71-DB93-A0DB55D480EC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>
            <a:off x="3749841" y="1864889"/>
            <a:ext cx="1102899" cy="48127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曲線コネクタ 57">
            <a:extLst>
              <a:ext uri="{FF2B5EF4-FFF2-40B4-BE49-F238E27FC236}">
                <a16:creationId xmlns:a16="http://schemas.microsoft.com/office/drawing/2014/main" id="{437A7CB2-338D-BFC7-D714-871562729E91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 flipV="1">
            <a:off x="3749841" y="1311433"/>
            <a:ext cx="1070813" cy="553456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曲線コネクタ 60">
            <a:extLst>
              <a:ext uri="{FF2B5EF4-FFF2-40B4-BE49-F238E27FC236}">
                <a16:creationId xmlns:a16="http://schemas.microsoft.com/office/drawing/2014/main" id="{92341F39-34C6-34E8-77D5-89679E70407E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3749841" y="757987"/>
            <a:ext cx="1070813" cy="1106902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曲線コネクタ 63">
            <a:extLst>
              <a:ext uri="{FF2B5EF4-FFF2-40B4-BE49-F238E27FC236}">
                <a16:creationId xmlns:a16="http://schemas.microsoft.com/office/drawing/2014/main" id="{82625BD9-8CEA-EC49-4576-26CEE19B8C9D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3749841" y="2442399"/>
            <a:ext cx="1102899" cy="770031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曲線コネクタ 66">
            <a:extLst>
              <a:ext uri="{FF2B5EF4-FFF2-40B4-BE49-F238E27FC236}">
                <a16:creationId xmlns:a16="http://schemas.microsoft.com/office/drawing/2014/main" id="{B10D0B1E-0802-D3E6-6F45-95602AB07A22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 flipV="1">
            <a:off x="3749841" y="2995845"/>
            <a:ext cx="1102899" cy="216585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曲線コネクタ 70">
            <a:extLst>
              <a:ext uri="{FF2B5EF4-FFF2-40B4-BE49-F238E27FC236}">
                <a16:creationId xmlns:a16="http://schemas.microsoft.com/office/drawing/2014/main" id="{D39A019C-5247-456B-DBF9-66E7091C97C2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>
            <a:off x="3749841" y="3212430"/>
            <a:ext cx="1134985" cy="384998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曲線コネクタ 73">
            <a:extLst>
              <a:ext uri="{FF2B5EF4-FFF2-40B4-BE49-F238E27FC236}">
                <a16:creationId xmlns:a16="http://schemas.microsoft.com/office/drawing/2014/main" id="{FF0BEDDF-E0A9-A0E0-7090-56E481794B79}"/>
              </a:ext>
            </a:extLst>
          </p:cNvPr>
          <p:cNvCxnSpPr>
            <a:cxnSpLocks/>
            <a:stCxn id="13" idx="3"/>
            <a:endCxn id="21" idx="1"/>
          </p:cNvCxnSpPr>
          <p:nvPr/>
        </p:nvCxnSpPr>
        <p:spPr>
          <a:xfrm>
            <a:off x="3749841" y="4531896"/>
            <a:ext cx="1134984" cy="990602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曲線コネクタ 79">
            <a:extLst>
              <a:ext uri="{FF2B5EF4-FFF2-40B4-BE49-F238E27FC236}">
                <a16:creationId xmlns:a16="http://schemas.microsoft.com/office/drawing/2014/main" id="{AEB2EF21-D356-C37A-19E6-4B2391148C18}"/>
              </a:ext>
            </a:extLst>
          </p:cNvPr>
          <p:cNvCxnSpPr>
            <a:cxnSpLocks/>
            <a:stCxn id="13" idx="3"/>
            <a:endCxn id="20" idx="1"/>
          </p:cNvCxnSpPr>
          <p:nvPr/>
        </p:nvCxnSpPr>
        <p:spPr>
          <a:xfrm>
            <a:off x="3749841" y="4531896"/>
            <a:ext cx="1134985" cy="389019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曲線コネクタ 82">
            <a:extLst>
              <a:ext uri="{FF2B5EF4-FFF2-40B4-BE49-F238E27FC236}">
                <a16:creationId xmlns:a16="http://schemas.microsoft.com/office/drawing/2014/main" id="{05049DC1-2AD9-E958-37BE-16F1CF6AA983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 flipV="1">
            <a:off x="3749841" y="4367469"/>
            <a:ext cx="1134985" cy="164427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D17345FD-0F83-D846-3A53-83D13B8AB498}"/>
              </a:ext>
            </a:extLst>
          </p:cNvPr>
          <p:cNvSpPr txBox="1"/>
          <p:nvPr/>
        </p:nvSpPr>
        <p:spPr>
          <a:xfrm>
            <a:off x="6922173" y="1720511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・・・</a:t>
            </a: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08966848-3222-1E09-C9AF-6DB00F02DA0A}"/>
              </a:ext>
            </a:extLst>
          </p:cNvPr>
          <p:cNvSpPr txBox="1"/>
          <p:nvPr/>
        </p:nvSpPr>
        <p:spPr>
          <a:xfrm>
            <a:off x="6963644" y="224348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・・・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9BF201F8-B83C-5951-441A-6E3BB1645200}"/>
              </a:ext>
            </a:extLst>
          </p:cNvPr>
          <p:cNvSpPr txBox="1"/>
          <p:nvPr/>
        </p:nvSpPr>
        <p:spPr>
          <a:xfrm>
            <a:off x="6938265" y="395784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・・・</a:t>
            </a: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E8BC2E92-AE10-5AD9-7137-728B2C333952}"/>
              </a:ext>
            </a:extLst>
          </p:cNvPr>
          <p:cNvSpPr txBox="1"/>
          <p:nvPr/>
        </p:nvSpPr>
        <p:spPr>
          <a:xfrm>
            <a:off x="6931879" y="479445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・・・</a:t>
            </a:r>
          </a:p>
        </p:txBody>
      </p:sp>
      <p:cxnSp>
        <p:nvCxnSpPr>
          <p:cNvPr id="93" name="曲線コネクタ 92">
            <a:extLst>
              <a:ext uri="{FF2B5EF4-FFF2-40B4-BE49-F238E27FC236}">
                <a16:creationId xmlns:a16="http://schemas.microsoft.com/office/drawing/2014/main" id="{3280A38D-4818-C773-1865-46C8EFE55AEF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379621" y="1864889"/>
            <a:ext cx="673767" cy="1317463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曲線コネクタ 95">
            <a:extLst>
              <a:ext uri="{FF2B5EF4-FFF2-40B4-BE49-F238E27FC236}">
                <a16:creationId xmlns:a16="http://schemas.microsoft.com/office/drawing/2014/main" id="{B5384C32-9B9D-20E0-0375-5BC61D9CABE6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1379621" y="3182352"/>
            <a:ext cx="673767" cy="1349544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曲線コネクタ 98">
            <a:extLst>
              <a:ext uri="{FF2B5EF4-FFF2-40B4-BE49-F238E27FC236}">
                <a16:creationId xmlns:a16="http://schemas.microsoft.com/office/drawing/2014/main" id="{1CA1668B-91DD-D223-23A9-F34C8E394ABB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1379621" y="3182352"/>
            <a:ext cx="673767" cy="30078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7668C94D-0C0B-09E8-38F7-545A9A54E251}"/>
              </a:ext>
            </a:extLst>
          </p:cNvPr>
          <p:cNvSpPr txBox="1"/>
          <p:nvPr/>
        </p:nvSpPr>
        <p:spPr>
          <a:xfrm>
            <a:off x="378222" y="6316579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人間が決める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2C6CBC9-D5B3-DC8E-573F-D6F695749FA5}"/>
              </a:ext>
            </a:extLst>
          </p:cNvPr>
          <p:cNvSpPr txBox="1"/>
          <p:nvPr/>
        </p:nvSpPr>
        <p:spPr>
          <a:xfrm>
            <a:off x="4126835" y="6457313"/>
            <a:ext cx="559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>
                <a:latin typeface="Yu Gothic UI" panose="020B0500000000000000" pitchFamily="34" charset="-128"/>
                <a:ea typeface="Yu Gothic UI" panose="020B0500000000000000" pitchFamily="34" charset="-128"/>
              </a:rPr>
              <a:t>AI</a:t>
            </a:r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にある程度決めてもらう</a:t>
            </a:r>
            <a:r>
              <a:rPr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。とバタフライエフェクト的に・・・</a:t>
            </a:r>
            <a:endParaRPr kumimoji="1" lang="ja-JP" altLang="en-US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104" name="上矢印 103">
            <a:extLst>
              <a:ext uri="{FF2B5EF4-FFF2-40B4-BE49-F238E27FC236}">
                <a16:creationId xmlns:a16="http://schemas.microsoft.com/office/drawing/2014/main" id="{B478194B-BA0C-3995-FB61-E2B5B9F883B8}"/>
              </a:ext>
            </a:extLst>
          </p:cNvPr>
          <p:cNvSpPr/>
          <p:nvPr/>
        </p:nvSpPr>
        <p:spPr>
          <a:xfrm>
            <a:off x="735931" y="4957006"/>
            <a:ext cx="854242" cy="1176935"/>
          </a:xfrm>
          <a:prstGeom prst="up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左中かっこ 105">
            <a:extLst>
              <a:ext uri="{FF2B5EF4-FFF2-40B4-BE49-F238E27FC236}">
                <a16:creationId xmlns:a16="http://schemas.microsoft.com/office/drawing/2014/main" id="{F6A2658C-9CB5-DBED-DD04-28614144D0BD}"/>
              </a:ext>
            </a:extLst>
          </p:cNvPr>
          <p:cNvSpPr/>
          <p:nvPr/>
        </p:nvSpPr>
        <p:spPr>
          <a:xfrm rot="16200000">
            <a:off x="6748917" y="1348201"/>
            <a:ext cx="369333" cy="976039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594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EB592-1CDC-3206-9762-C72AC477A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D978C37-D33A-6A18-2972-FC80E148BA64}"/>
              </a:ext>
            </a:extLst>
          </p:cNvPr>
          <p:cNvSpPr/>
          <p:nvPr/>
        </p:nvSpPr>
        <p:spPr>
          <a:xfrm>
            <a:off x="946484" y="1636293"/>
            <a:ext cx="433137" cy="30921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/>
              <a:t>要件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E00D198-AFD9-BA36-F195-FBB132E52F08}"/>
              </a:ext>
            </a:extLst>
          </p:cNvPr>
          <p:cNvSpPr/>
          <p:nvPr/>
        </p:nvSpPr>
        <p:spPr>
          <a:xfrm>
            <a:off x="2053388" y="1672384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画面構成案</a:t>
            </a:r>
            <a:r>
              <a:rPr kumimoji="1" lang="en-US" altLang="ja-JP"/>
              <a:t>A</a:t>
            </a:r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46AB0F8-A9C4-F8D5-7E25-9BFB8454CCCA}"/>
              </a:ext>
            </a:extLst>
          </p:cNvPr>
          <p:cNvSpPr/>
          <p:nvPr/>
        </p:nvSpPr>
        <p:spPr>
          <a:xfrm>
            <a:off x="5843339" y="962513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API</a:t>
            </a:r>
            <a:r>
              <a:rPr kumimoji="1" lang="ja-JP" altLang="en-US"/>
              <a:t>案</a:t>
            </a:r>
            <a:r>
              <a:rPr kumimoji="1" lang="en-US" altLang="ja-JP"/>
              <a:t>A-1</a:t>
            </a:r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85D78C4-7895-038A-BE24-686CADE77E0C}"/>
              </a:ext>
            </a:extLst>
          </p:cNvPr>
          <p:cNvSpPr/>
          <p:nvPr/>
        </p:nvSpPr>
        <p:spPr>
          <a:xfrm>
            <a:off x="2053388" y="3019925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画面構成案</a:t>
            </a:r>
            <a:r>
              <a:rPr lang="en-US" altLang="ja-JP"/>
              <a:t>B</a:t>
            </a:r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CF1A14A-E96B-318B-CAED-45DA6A8C0F7D}"/>
              </a:ext>
            </a:extLst>
          </p:cNvPr>
          <p:cNvSpPr/>
          <p:nvPr/>
        </p:nvSpPr>
        <p:spPr>
          <a:xfrm>
            <a:off x="2053388" y="4339391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画面構成案</a:t>
            </a:r>
            <a:r>
              <a:rPr kumimoji="1" lang="en-US" altLang="ja-JP"/>
              <a:t>C</a:t>
            </a:r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F5ADCEB-685F-D91B-B3DA-8073CE9A740D}"/>
              </a:ext>
            </a:extLst>
          </p:cNvPr>
          <p:cNvSpPr/>
          <p:nvPr/>
        </p:nvSpPr>
        <p:spPr>
          <a:xfrm>
            <a:off x="5843338" y="1887984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API</a:t>
            </a:r>
            <a:r>
              <a:rPr kumimoji="1" lang="ja-JP" altLang="en-US"/>
              <a:t>案</a:t>
            </a:r>
            <a:r>
              <a:rPr kumimoji="1" lang="en-US" altLang="ja-JP"/>
              <a:t>A-2</a:t>
            </a:r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3A04535-99BF-B21D-84A0-4B0421A6111E}"/>
              </a:ext>
            </a:extLst>
          </p:cNvPr>
          <p:cNvSpPr/>
          <p:nvPr/>
        </p:nvSpPr>
        <p:spPr>
          <a:xfrm>
            <a:off x="5883436" y="3005960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API</a:t>
            </a:r>
            <a:r>
              <a:rPr kumimoji="1" lang="ja-JP" altLang="en-US"/>
              <a:t>案</a:t>
            </a:r>
            <a:r>
              <a:rPr lang="en-US" altLang="ja-JP"/>
              <a:t>B</a:t>
            </a:r>
            <a:r>
              <a:rPr kumimoji="1" lang="en-US" altLang="ja-JP"/>
              <a:t>-1</a:t>
            </a:r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AB3FFA0-5A23-FBE6-2CC8-319A5C1B8D6C}"/>
              </a:ext>
            </a:extLst>
          </p:cNvPr>
          <p:cNvSpPr/>
          <p:nvPr/>
        </p:nvSpPr>
        <p:spPr>
          <a:xfrm>
            <a:off x="5883437" y="4339391"/>
            <a:ext cx="1696453" cy="385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API</a:t>
            </a:r>
            <a:r>
              <a:rPr kumimoji="1" lang="ja-JP" altLang="en-US"/>
              <a:t>案</a:t>
            </a:r>
            <a:r>
              <a:rPr kumimoji="1" lang="en-US" altLang="ja-JP"/>
              <a:t>C-1</a:t>
            </a:r>
            <a:endParaRPr kumimoji="1" lang="ja-JP" altLang="en-US"/>
          </a:p>
        </p:txBody>
      </p:sp>
      <p:cxnSp>
        <p:nvCxnSpPr>
          <p:cNvPr id="31" name="曲線コネクタ 30">
            <a:extLst>
              <a:ext uri="{FF2B5EF4-FFF2-40B4-BE49-F238E27FC236}">
                <a16:creationId xmlns:a16="http://schemas.microsoft.com/office/drawing/2014/main" id="{2919ED91-D41F-90EE-CF67-00CB2B8B5DCE}"/>
              </a:ext>
            </a:extLst>
          </p:cNvPr>
          <p:cNvCxnSpPr>
            <a:cxnSpLocks/>
            <a:stCxn id="14" idx="3"/>
            <a:endCxn id="2" idx="1"/>
          </p:cNvCxnSpPr>
          <p:nvPr/>
        </p:nvCxnSpPr>
        <p:spPr>
          <a:xfrm>
            <a:off x="7539791" y="2080489"/>
            <a:ext cx="2839451" cy="1221475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曲線コネクタ 32">
            <a:extLst>
              <a:ext uri="{FF2B5EF4-FFF2-40B4-BE49-F238E27FC236}">
                <a16:creationId xmlns:a16="http://schemas.microsoft.com/office/drawing/2014/main" id="{16C0FAB5-E35A-A5CC-622F-C5317C569D1E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7539792" y="1155018"/>
            <a:ext cx="2839450" cy="2146946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曲線コネクタ 57">
            <a:extLst>
              <a:ext uri="{FF2B5EF4-FFF2-40B4-BE49-F238E27FC236}">
                <a16:creationId xmlns:a16="http://schemas.microsoft.com/office/drawing/2014/main" id="{A32EEDE2-10D9-370E-8CAC-FD64A54B7BE8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3749841" y="1864889"/>
            <a:ext cx="2093497" cy="215600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曲線コネクタ 60">
            <a:extLst>
              <a:ext uri="{FF2B5EF4-FFF2-40B4-BE49-F238E27FC236}">
                <a16:creationId xmlns:a16="http://schemas.microsoft.com/office/drawing/2014/main" id="{9701A5C8-5E97-8C07-DFF8-0628909BD7C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3749841" y="1155018"/>
            <a:ext cx="2093498" cy="709871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曲線コネクタ 63">
            <a:extLst>
              <a:ext uri="{FF2B5EF4-FFF2-40B4-BE49-F238E27FC236}">
                <a16:creationId xmlns:a16="http://schemas.microsoft.com/office/drawing/2014/main" id="{15C0BADC-1BF7-D87C-5124-0F3FAB3ED161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3749841" y="3198465"/>
            <a:ext cx="2133595" cy="13965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曲線コネクタ 82">
            <a:extLst>
              <a:ext uri="{FF2B5EF4-FFF2-40B4-BE49-F238E27FC236}">
                <a16:creationId xmlns:a16="http://schemas.microsoft.com/office/drawing/2014/main" id="{BC6A96E2-852F-EE3D-E124-997774C3EC2D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>
            <a:off x="3749841" y="4531896"/>
            <a:ext cx="2133596" cy="12700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曲線コネクタ 92">
            <a:extLst>
              <a:ext uri="{FF2B5EF4-FFF2-40B4-BE49-F238E27FC236}">
                <a16:creationId xmlns:a16="http://schemas.microsoft.com/office/drawing/2014/main" id="{76C9292F-FE92-306E-7013-862B5C186F5B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379621" y="1864889"/>
            <a:ext cx="673767" cy="1317463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曲線コネクタ 95">
            <a:extLst>
              <a:ext uri="{FF2B5EF4-FFF2-40B4-BE49-F238E27FC236}">
                <a16:creationId xmlns:a16="http://schemas.microsoft.com/office/drawing/2014/main" id="{2FE271AE-1DB4-04EB-F8C8-82B47D8D356D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1379621" y="3182352"/>
            <a:ext cx="673767" cy="1349544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曲線コネクタ 98">
            <a:extLst>
              <a:ext uri="{FF2B5EF4-FFF2-40B4-BE49-F238E27FC236}">
                <a16:creationId xmlns:a16="http://schemas.microsoft.com/office/drawing/2014/main" id="{DE3AFFEC-F745-7AF3-CA99-33673464841F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1379621" y="3182352"/>
            <a:ext cx="673767" cy="30078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123E6A3D-60C4-2938-1E38-E1C58DB023D6}"/>
              </a:ext>
            </a:extLst>
          </p:cNvPr>
          <p:cNvSpPr txBox="1"/>
          <p:nvPr/>
        </p:nvSpPr>
        <p:spPr>
          <a:xfrm>
            <a:off x="378222" y="6316579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人間が決める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C3FFF643-DB8A-22CA-EF37-58A556B65FC7}"/>
              </a:ext>
            </a:extLst>
          </p:cNvPr>
          <p:cNvSpPr txBox="1"/>
          <p:nvPr/>
        </p:nvSpPr>
        <p:spPr>
          <a:xfrm>
            <a:off x="2935703" y="6454444"/>
            <a:ext cx="559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>
                <a:latin typeface="Yu Gothic UI" panose="020B0500000000000000" pitchFamily="34" charset="-128"/>
                <a:ea typeface="Yu Gothic UI" panose="020B0500000000000000" pitchFamily="34" charset="-128"/>
              </a:rPr>
              <a:t>AI</a:t>
            </a:r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にある程度決めてもらう</a:t>
            </a:r>
            <a:r>
              <a:rPr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。</a:t>
            </a:r>
            <a:r>
              <a:rPr lang="en-US" altLang="ja-JP"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と収束しやすい</a:t>
            </a:r>
            <a:endParaRPr kumimoji="1" lang="ja-JP" altLang="en-US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104" name="上矢印 103">
            <a:extLst>
              <a:ext uri="{FF2B5EF4-FFF2-40B4-BE49-F238E27FC236}">
                <a16:creationId xmlns:a16="http://schemas.microsoft.com/office/drawing/2014/main" id="{52C72A6B-75BF-13FD-94B5-B896E476D93C}"/>
              </a:ext>
            </a:extLst>
          </p:cNvPr>
          <p:cNvSpPr/>
          <p:nvPr/>
        </p:nvSpPr>
        <p:spPr>
          <a:xfrm>
            <a:off x="735931" y="4957006"/>
            <a:ext cx="854242" cy="1176935"/>
          </a:xfrm>
          <a:prstGeom prst="up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左中かっこ 105">
            <a:extLst>
              <a:ext uri="{FF2B5EF4-FFF2-40B4-BE49-F238E27FC236}">
                <a16:creationId xmlns:a16="http://schemas.microsoft.com/office/drawing/2014/main" id="{89C7BF37-76A9-F14B-07C6-F01A2A612C3E}"/>
              </a:ext>
            </a:extLst>
          </p:cNvPr>
          <p:cNvSpPr/>
          <p:nvPr/>
        </p:nvSpPr>
        <p:spPr>
          <a:xfrm rot="16200000">
            <a:off x="5546375" y="2550742"/>
            <a:ext cx="369333" cy="735530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FC43AD3-5B16-501D-CC09-9ACEC237FD7B}"/>
              </a:ext>
            </a:extLst>
          </p:cNvPr>
          <p:cNvSpPr/>
          <p:nvPr/>
        </p:nvSpPr>
        <p:spPr>
          <a:xfrm>
            <a:off x="10379242" y="1755905"/>
            <a:ext cx="433137" cy="30921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/>
              <a:t>データモデル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02DCEAB-E7A5-C374-1586-45BE45DB2901}"/>
              </a:ext>
            </a:extLst>
          </p:cNvPr>
          <p:cNvSpPr txBox="1"/>
          <p:nvPr/>
        </p:nvSpPr>
        <p:spPr>
          <a:xfrm>
            <a:off x="9807741" y="6316579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人間が決める</a:t>
            </a:r>
          </a:p>
        </p:txBody>
      </p:sp>
      <p:sp>
        <p:nvSpPr>
          <p:cNvPr id="4" name="上矢印 3">
            <a:extLst>
              <a:ext uri="{FF2B5EF4-FFF2-40B4-BE49-F238E27FC236}">
                <a16:creationId xmlns:a16="http://schemas.microsoft.com/office/drawing/2014/main" id="{83F039F4-E8BA-B565-74AB-C5F7B590878E}"/>
              </a:ext>
            </a:extLst>
          </p:cNvPr>
          <p:cNvSpPr/>
          <p:nvPr/>
        </p:nvSpPr>
        <p:spPr>
          <a:xfrm>
            <a:off x="10165450" y="4957006"/>
            <a:ext cx="854242" cy="1176935"/>
          </a:xfrm>
          <a:prstGeom prst="up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曲線コネクタ 29">
            <a:extLst>
              <a:ext uri="{FF2B5EF4-FFF2-40B4-BE49-F238E27FC236}">
                <a16:creationId xmlns:a16="http://schemas.microsoft.com/office/drawing/2014/main" id="{D7652843-6837-AE15-F857-79980871B4A8}"/>
              </a:ext>
            </a:extLst>
          </p:cNvPr>
          <p:cNvCxnSpPr>
            <a:cxnSpLocks/>
            <a:stCxn id="16" idx="3"/>
            <a:endCxn id="2" idx="1"/>
          </p:cNvCxnSpPr>
          <p:nvPr/>
        </p:nvCxnSpPr>
        <p:spPr>
          <a:xfrm>
            <a:off x="7579889" y="3198465"/>
            <a:ext cx="2799353" cy="103499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曲線コネクタ 34">
            <a:extLst>
              <a:ext uri="{FF2B5EF4-FFF2-40B4-BE49-F238E27FC236}">
                <a16:creationId xmlns:a16="http://schemas.microsoft.com/office/drawing/2014/main" id="{241B4BED-6BA4-44CC-1A13-BD3EC0687176}"/>
              </a:ext>
            </a:extLst>
          </p:cNvPr>
          <p:cNvCxnSpPr>
            <a:cxnSpLocks/>
            <a:stCxn id="19" idx="3"/>
            <a:endCxn id="2" idx="1"/>
          </p:cNvCxnSpPr>
          <p:nvPr/>
        </p:nvCxnSpPr>
        <p:spPr>
          <a:xfrm flipV="1">
            <a:off x="7579890" y="3301964"/>
            <a:ext cx="2799352" cy="1229932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019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F8A77-CEEF-7DE1-2B4F-45FDA43A7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5298DBC-4FB5-88F6-9F3F-D29B90BAC2C2}"/>
              </a:ext>
            </a:extLst>
          </p:cNvPr>
          <p:cNvSpPr/>
          <p:nvPr/>
        </p:nvSpPr>
        <p:spPr>
          <a:xfrm>
            <a:off x="712192" y="1564455"/>
            <a:ext cx="2492543" cy="854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AI</a:t>
            </a:r>
            <a:r>
              <a:rPr kumimoji="1" lang="ja-JP" altLang="en-US"/>
              <a:t>によるタスク洗い出しと作成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02B63A1-FBF2-635A-B6EA-F9AE02120696}"/>
              </a:ext>
            </a:extLst>
          </p:cNvPr>
          <p:cNvSpPr/>
          <p:nvPr/>
        </p:nvSpPr>
        <p:spPr>
          <a:xfrm>
            <a:off x="712192" y="4303783"/>
            <a:ext cx="2492543" cy="854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タスク実行途中での</a:t>
            </a:r>
            <a:endParaRPr kumimoji="1" lang="en-US" altLang="ja-JP"/>
          </a:p>
          <a:p>
            <a:pPr algn="ctr"/>
            <a:r>
              <a:rPr kumimoji="1" lang="ja-JP" altLang="en-US"/>
              <a:t>サブタスク切り出し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0529B16-3C5A-5150-7834-6B06A25C1B59}"/>
              </a:ext>
            </a:extLst>
          </p:cNvPr>
          <p:cNvSpPr/>
          <p:nvPr/>
        </p:nvSpPr>
        <p:spPr>
          <a:xfrm>
            <a:off x="712192" y="2934119"/>
            <a:ext cx="2492543" cy="854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人間による起票</a:t>
            </a:r>
            <a:endParaRPr kumimoji="1" lang="en-US" altLang="ja-JP"/>
          </a:p>
          <a:p>
            <a:pPr algn="ctr"/>
            <a:r>
              <a:rPr lang="ja-JP" altLang="en-US"/>
              <a:t>（バグ等）</a:t>
            </a:r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2EC2BED-A175-BED2-6D93-CE31C8AE9A76}"/>
              </a:ext>
            </a:extLst>
          </p:cNvPr>
          <p:cNvSpPr/>
          <p:nvPr/>
        </p:nvSpPr>
        <p:spPr>
          <a:xfrm>
            <a:off x="4404885" y="2934119"/>
            <a:ext cx="2492543" cy="85424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GitHub.com</a:t>
            </a:r>
          </a:p>
          <a:p>
            <a:pPr algn="ctr"/>
            <a:r>
              <a:rPr lang="en-US" altLang="ja-JP"/>
              <a:t>(issues)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A26C76E-584A-915A-E493-76E9A50FDCF2}"/>
              </a:ext>
            </a:extLst>
          </p:cNvPr>
          <p:cNvSpPr/>
          <p:nvPr/>
        </p:nvSpPr>
        <p:spPr>
          <a:xfrm>
            <a:off x="8097579" y="1195575"/>
            <a:ext cx="2492543" cy="85424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Claude Code</a:t>
            </a:r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E05630C-3E09-53FC-D820-0B994707558A}"/>
              </a:ext>
            </a:extLst>
          </p:cNvPr>
          <p:cNvSpPr/>
          <p:nvPr/>
        </p:nvSpPr>
        <p:spPr>
          <a:xfrm>
            <a:off x="8097579" y="2311186"/>
            <a:ext cx="2492543" cy="8542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/>
              <a:t>GitHub Copilot</a:t>
            </a:r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435EC3B-6958-8C98-2752-BB2815D725B4}"/>
              </a:ext>
            </a:extLst>
          </p:cNvPr>
          <p:cNvSpPr/>
          <p:nvPr/>
        </p:nvSpPr>
        <p:spPr>
          <a:xfrm>
            <a:off x="8097579" y="3426797"/>
            <a:ext cx="2492543" cy="85424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/>
              <a:t>Codex</a:t>
            </a:r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DDBCCAF-A0A5-D6D4-98C4-D4BE853915C5}"/>
              </a:ext>
            </a:extLst>
          </p:cNvPr>
          <p:cNvSpPr/>
          <p:nvPr/>
        </p:nvSpPr>
        <p:spPr>
          <a:xfrm>
            <a:off x="8097579" y="4542408"/>
            <a:ext cx="2492543" cy="85424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人間</a:t>
            </a:r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EEF3145-E961-BD5F-7F34-5A98474EC9EA}"/>
              </a:ext>
            </a:extLst>
          </p:cNvPr>
          <p:cNvSpPr txBox="1"/>
          <p:nvPr/>
        </p:nvSpPr>
        <p:spPr>
          <a:xfrm>
            <a:off x="1521437" y="752747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d</a:t>
            </a:r>
            <a:r>
              <a:rPr kumimoji="1" lang="en-US" altLang="ja-JP"/>
              <a:t>ocs/</a:t>
            </a:r>
            <a:endParaRPr kumimoji="1" lang="ja-JP" altLang="en-US"/>
          </a:p>
        </p:txBody>
      </p:sp>
      <p:pic>
        <p:nvPicPr>
          <p:cNvPr id="26" name="グラフィックス 25" descr="開いたフォルダー 枠線">
            <a:extLst>
              <a:ext uri="{FF2B5EF4-FFF2-40B4-BE49-F238E27FC236}">
                <a16:creationId xmlns:a16="http://schemas.microsoft.com/office/drawing/2014/main" id="{C165A38C-E09E-8B4A-DF5C-E8DFBD637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437" y="-50032"/>
            <a:ext cx="914400" cy="914400"/>
          </a:xfrm>
          <a:prstGeom prst="rect">
            <a:avLst/>
          </a:prstGeom>
        </p:spPr>
      </p:pic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1A01A4CB-7A50-84BC-3BD8-0D599F5548A5}"/>
              </a:ext>
            </a:extLst>
          </p:cNvPr>
          <p:cNvCxnSpPr>
            <a:stCxn id="22" idx="2"/>
          </p:cNvCxnSpPr>
          <p:nvPr/>
        </p:nvCxnSpPr>
        <p:spPr>
          <a:xfrm flipH="1">
            <a:off x="1919142" y="1122079"/>
            <a:ext cx="1" cy="442376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曲線コネクタ 36">
            <a:extLst>
              <a:ext uri="{FF2B5EF4-FFF2-40B4-BE49-F238E27FC236}">
                <a16:creationId xmlns:a16="http://schemas.microsoft.com/office/drawing/2014/main" id="{C23CF147-98B4-7B9D-599C-F59A0FC7AFA5}"/>
              </a:ext>
            </a:extLst>
          </p:cNvPr>
          <p:cNvCxnSpPr>
            <a:stCxn id="13" idx="3"/>
            <a:endCxn id="5" idx="1"/>
          </p:cNvCxnSpPr>
          <p:nvPr/>
        </p:nvCxnSpPr>
        <p:spPr>
          <a:xfrm>
            <a:off x="3204735" y="3361241"/>
            <a:ext cx="1200150" cy="12700"/>
          </a:xfrm>
          <a:prstGeom prst="curved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曲線コネクタ 37">
            <a:extLst>
              <a:ext uri="{FF2B5EF4-FFF2-40B4-BE49-F238E27FC236}">
                <a16:creationId xmlns:a16="http://schemas.microsoft.com/office/drawing/2014/main" id="{0232C66D-A1C5-16E3-A35D-F490361B1905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3204735" y="1991577"/>
            <a:ext cx="1200150" cy="1369664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曲線コネクタ 40">
            <a:extLst>
              <a:ext uri="{FF2B5EF4-FFF2-40B4-BE49-F238E27FC236}">
                <a16:creationId xmlns:a16="http://schemas.microsoft.com/office/drawing/2014/main" id="{5D1397DB-89C4-F1F3-4CEC-0AA53F8EAD20}"/>
              </a:ext>
            </a:extLst>
          </p:cNvPr>
          <p:cNvCxnSpPr>
            <a:cxnSpLocks/>
            <a:stCxn id="12" idx="3"/>
            <a:endCxn id="5" idx="1"/>
          </p:cNvCxnSpPr>
          <p:nvPr/>
        </p:nvCxnSpPr>
        <p:spPr>
          <a:xfrm flipV="1">
            <a:off x="3204735" y="3361241"/>
            <a:ext cx="1200150" cy="1369664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曲線コネクタ 43">
            <a:extLst>
              <a:ext uri="{FF2B5EF4-FFF2-40B4-BE49-F238E27FC236}">
                <a16:creationId xmlns:a16="http://schemas.microsoft.com/office/drawing/2014/main" id="{F071EA36-2210-0038-B266-D003239DCC3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6897428" y="1622697"/>
            <a:ext cx="1200151" cy="1738544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曲線コネクタ 46">
            <a:extLst>
              <a:ext uri="{FF2B5EF4-FFF2-40B4-BE49-F238E27FC236}">
                <a16:creationId xmlns:a16="http://schemas.microsoft.com/office/drawing/2014/main" id="{EB19B7BB-8D3C-E1C8-3F37-8AE2A83379E5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6897428" y="2738308"/>
            <a:ext cx="1200151" cy="622933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曲線コネクタ 49">
            <a:extLst>
              <a:ext uri="{FF2B5EF4-FFF2-40B4-BE49-F238E27FC236}">
                <a16:creationId xmlns:a16="http://schemas.microsoft.com/office/drawing/2014/main" id="{4DE8D25D-9AF6-9890-CDF6-2BE2908420AA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6897428" y="3361241"/>
            <a:ext cx="1200151" cy="492678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曲線コネクタ 52">
            <a:extLst>
              <a:ext uri="{FF2B5EF4-FFF2-40B4-BE49-F238E27FC236}">
                <a16:creationId xmlns:a16="http://schemas.microsoft.com/office/drawing/2014/main" id="{CF1E1BC3-5308-2AFA-CF4F-5A02E9527338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>
            <a:off x="6897428" y="3361241"/>
            <a:ext cx="1200151" cy="1608289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右中かっこ 55">
            <a:extLst>
              <a:ext uri="{FF2B5EF4-FFF2-40B4-BE49-F238E27FC236}">
                <a16:creationId xmlns:a16="http://schemas.microsoft.com/office/drawing/2014/main" id="{8FDD9C54-E5B4-9482-BAD2-A4A661A9BEF2}"/>
              </a:ext>
            </a:extLst>
          </p:cNvPr>
          <p:cNvSpPr/>
          <p:nvPr/>
        </p:nvSpPr>
        <p:spPr>
          <a:xfrm>
            <a:off x="10503243" y="1122078"/>
            <a:ext cx="543698" cy="4413749"/>
          </a:xfrm>
          <a:prstGeom prst="rightBrac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7" name="曲線コネクタ 56">
            <a:extLst>
              <a:ext uri="{FF2B5EF4-FFF2-40B4-BE49-F238E27FC236}">
                <a16:creationId xmlns:a16="http://schemas.microsoft.com/office/drawing/2014/main" id="{DB4CEE41-6CC6-C31E-0FBC-1B995AC8C5A5}"/>
              </a:ext>
            </a:extLst>
          </p:cNvPr>
          <p:cNvCxnSpPr>
            <a:cxnSpLocks/>
            <a:stCxn id="56" idx="1"/>
            <a:endCxn id="12" idx="2"/>
          </p:cNvCxnSpPr>
          <p:nvPr/>
        </p:nvCxnSpPr>
        <p:spPr>
          <a:xfrm rot="10800000" flipV="1">
            <a:off x="1958465" y="3328952"/>
            <a:ext cx="9088477" cy="1829073"/>
          </a:xfrm>
          <a:prstGeom prst="curvedConnector4">
            <a:avLst>
              <a:gd name="adj1" fmla="val -8113"/>
              <a:gd name="adj2" fmla="val 175714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37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161</Words>
  <Application>Microsoft Macintosh PowerPoint</Application>
  <PresentationFormat>ワイド画面</PresentationFormat>
  <Paragraphs>48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Yu Gothic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Junpei Tsuchida</dc:creator>
  <cp:lastModifiedBy>Junpei Tsuchida</cp:lastModifiedBy>
  <cp:revision>8</cp:revision>
  <dcterms:created xsi:type="dcterms:W3CDTF">2026-01-19T09:59:07Z</dcterms:created>
  <dcterms:modified xsi:type="dcterms:W3CDTF">2026-01-19T12:28:59Z</dcterms:modified>
</cp:coreProperties>
</file>